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4"/>
  </p:notesMasterIdLst>
  <p:handoutMasterIdLst>
    <p:handoutMasterId r:id="rId15"/>
  </p:handoutMasterIdLst>
  <p:sldIdLst>
    <p:sldId id="256" r:id="rId2"/>
    <p:sldId id="257" r:id="rId3"/>
    <p:sldId id="258" r:id="rId4"/>
    <p:sldId id="259" r:id="rId5"/>
    <p:sldId id="260" r:id="rId6"/>
    <p:sldId id="262" r:id="rId7"/>
    <p:sldId id="263" r:id="rId8"/>
    <p:sldId id="264" r:id="rId9"/>
    <p:sldId id="265" r:id="rId10"/>
    <p:sldId id="266" r:id="rId11"/>
    <p:sldId id="271" r:id="rId12"/>
    <p:sldId id="270"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BA1DB4-69E2-47EF-8613-983116BF917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B7B19FAA-5EC5-4A3F-855F-1FCE0714D2F8}"/>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CAC9A589-8430-48D5-BF4F-6065A5BA0D01}" type="datetimeFigureOut">
              <a:rPr lang="en-US"/>
              <a:pPr>
                <a:defRPr/>
              </a:pPr>
              <a:t>10/23/2021</a:t>
            </a:fld>
            <a:endParaRPr lang="en-US"/>
          </a:p>
        </p:txBody>
      </p:sp>
      <p:sp>
        <p:nvSpPr>
          <p:cNvPr id="4" name="Footer Placeholder 3">
            <a:extLst>
              <a:ext uri="{FF2B5EF4-FFF2-40B4-BE49-F238E27FC236}">
                <a16:creationId xmlns:a16="http://schemas.microsoft.com/office/drawing/2014/main" id="{3AAB6815-5081-4304-9EF0-E750C1D7686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3C431EC0-5E8B-4B76-8A5E-AF977E700462}"/>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80E67D9D-A67E-4226-8FF4-FFF42247A3D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83D3A4E-4F27-46DE-833C-B11BBF5DD28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576ACA47-27AA-4BAB-BF31-8D869A6D6EB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8919BF60-A075-4A59-94F6-5771D0F8A531}" type="datetimeFigureOut">
              <a:rPr lang="en-US"/>
              <a:pPr>
                <a:defRPr/>
              </a:pPr>
              <a:t>10/23/2021</a:t>
            </a:fld>
            <a:endParaRPr lang="en-US"/>
          </a:p>
        </p:txBody>
      </p:sp>
      <p:sp>
        <p:nvSpPr>
          <p:cNvPr id="4" name="Slide Image Placeholder 3">
            <a:extLst>
              <a:ext uri="{FF2B5EF4-FFF2-40B4-BE49-F238E27FC236}">
                <a16:creationId xmlns:a16="http://schemas.microsoft.com/office/drawing/2014/main" id="{23947DD3-4FFC-4622-9B51-7DD4FBF0F1AD}"/>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77678EA-CD81-47C8-BC3C-5567D5268F5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720F68E1-1E18-4B3B-91CB-629B9122A2A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20A94F7-E86A-4507-95FF-19744239CE8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8EE15179-08FB-4145-8A58-0C9E2182AAB1}"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6EA8CD2A-C8F8-4F5C-9AEA-C467A8DEDB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a:extLst>
              <a:ext uri="{FF2B5EF4-FFF2-40B4-BE49-F238E27FC236}">
                <a16:creationId xmlns:a16="http://schemas.microsoft.com/office/drawing/2014/main" id="{4A29F406-C0A5-4A26-9444-57E72E1954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6388" name="Slide Number Placeholder 3">
            <a:extLst>
              <a:ext uri="{FF2B5EF4-FFF2-40B4-BE49-F238E27FC236}">
                <a16:creationId xmlns:a16="http://schemas.microsoft.com/office/drawing/2014/main" id="{681E3F6B-8F98-4661-BED5-43B3832C48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71980B9-CB59-4A13-8AA4-4BB61E90CABB}"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D7FA54F8-E3AB-4752-96FD-BE4008229B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E1C54203-5556-46A8-B225-06753621EC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7412" name="Slide Number Placeholder 3">
            <a:extLst>
              <a:ext uri="{FF2B5EF4-FFF2-40B4-BE49-F238E27FC236}">
                <a16:creationId xmlns:a16="http://schemas.microsoft.com/office/drawing/2014/main" id="{A76C2DE6-01E3-453B-ACC4-67A29C05EB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746E02D-23C3-42AB-86A4-C3B1F85E1B60}" type="slidenum">
              <a:rPr lang="en-US" altLang="en-US"/>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EE15179-08FB-4145-8A58-0C9E2182AAB1}" type="slidenum">
              <a:rPr lang="en-US" altLang="en-US" smtClean="0"/>
              <a:pPr/>
              <a:t>6</a:t>
            </a:fld>
            <a:endParaRPr lang="en-US" altLang="en-US"/>
          </a:p>
        </p:txBody>
      </p:sp>
    </p:spTree>
    <p:extLst>
      <p:ext uri="{BB962C8B-B14F-4D97-AF65-F5344CB8AC3E}">
        <p14:creationId xmlns:p14="http://schemas.microsoft.com/office/powerpoint/2010/main" val="637615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E3D6C0E6-A390-4CBF-B32F-8D7501CEE547}"/>
              </a:ext>
            </a:extLst>
          </p:cNvPr>
          <p:cNvSpPr>
            <a:spLocks noGrp="1"/>
          </p:cNvSpPr>
          <p:nvPr>
            <p:ph type="dt" sz="half" idx="10"/>
          </p:nvPr>
        </p:nvSpPr>
        <p:spPr/>
        <p:txBody>
          <a:bodyPr/>
          <a:lstStyle>
            <a:lvl1pPr>
              <a:defRPr/>
            </a:lvl1pPr>
          </a:lstStyle>
          <a:p>
            <a:pPr>
              <a:defRPr/>
            </a:pPr>
            <a:fld id="{E731DFD8-0A63-4FDC-ACC4-92256A9E4255}" type="datetime5">
              <a:rPr lang="en-US"/>
              <a:pPr>
                <a:defRPr/>
              </a:pPr>
              <a:t>23-Oct-21</a:t>
            </a:fld>
            <a:endParaRPr lang="en-US"/>
          </a:p>
        </p:txBody>
      </p:sp>
      <p:sp>
        <p:nvSpPr>
          <p:cNvPr id="5" name="Footer Placeholder 4">
            <a:extLst>
              <a:ext uri="{FF2B5EF4-FFF2-40B4-BE49-F238E27FC236}">
                <a16:creationId xmlns:a16="http://schemas.microsoft.com/office/drawing/2014/main" id="{F1589DBA-EA58-4450-A309-ABC08C7761E7}"/>
              </a:ext>
            </a:extLst>
          </p:cNvPr>
          <p:cNvSpPr>
            <a:spLocks noGrp="1"/>
          </p:cNvSpPr>
          <p:nvPr>
            <p:ph type="ftr" sz="quarter" idx="11"/>
          </p:nvPr>
        </p:nvSpPr>
        <p:spPr/>
        <p:txBody>
          <a:bodyPr/>
          <a:lstStyle>
            <a:lvl1pPr>
              <a:defRPr/>
            </a:lvl1pPr>
          </a:lstStyle>
          <a:p>
            <a:pPr>
              <a:defRPr/>
            </a:pPr>
            <a:r>
              <a:rPr lang="en-US"/>
              <a:t>Dept. of ECE, KITSW</a:t>
            </a:r>
          </a:p>
        </p:txBody>
      </p:sp>
      <p:sp>
        <p:nvSpPr>
          <p:cNvPr id="6" name="Slide Number Placeholder 5">
            <a:extLst>
              <a:ext uri="{FF2B5EF4-FFF2-40B4-BE49-F238E27FC236}">
                <a16:creationId xmlns:a16="http://schemas.microsoft.com/office/drawing/2014/main" id="{E82F5BCA-5D24-4618-817C-CBCF673F36EC}"/>
              </a:ext>
            </a:extLst>
          </p:cNvPr>
          <p:cNvSpPr>
            <a:spLocks noGrp="1"/>
          </p:cNvSpPr>
          <p:nvPr>
            <p:ph type="sldNum" sz="quarter" idx="12"/>
          </p:nvPr>
        </p:nvSpPr>
        <p:spPr/>
        <p:txBody>
          <a:bodyPr/>
          <a:lstStyle>
            <a:lvl1pPr>
              <a:defRPr/>
            </a:lvl1pPr>
          </a:lstStyle>
          <a:p>
            <a:fld id="{1E421DCC-3843-4833-B6F2-F42B3B35E0EA}" type="slidenum">
              <a:rPr lang="en-US" altLang="en-US"/>
              <a:pPr/>
              <a:t>‹#›</a:t>
            </a:fld>
            <a:endParaRPr lang="en-US" altLang="en-US"/>
          </a:p>
        </p:txBody>
      </p:sp>
    </p:spTree>
    <p:extLst>
      <p:ext uri="{BB962C8B-B14F-4D97-AF65-F5344CB8AC3E}">
        <p14:creationId xmlns:p14="http://schemas.microsoft.com/office/powerpoint/2010/main" val="2180383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0F674E-C8FA-421E-82DF-1EBC89802A56}"/>
              </a:ext>
            </a:extLst>
          </p:cNvPr>
          <p:cNvSpPr>
            <a:spLocks noGrp="1"/>
          </p:cNvSpPr>
          <p:nvPr>
            <p:ph type="dt" sz="half" idx="10"/>
          </p:nvPr>
        </p:nvSpPr>
        <p:spPr/>
        <p:txBody>
          <a:bodyPr/>
          <a:lstStyle>
            <a:lvl1pPr>
              <a:defRPr/>
            </a:lvl1pPr>
          </a:lstStyle>
          <a:p>
            <a:pPr>
              <a:defRPr/>
            </a:pPr>
            <a:fld id="{78316A80-626F-44E0-899A-00E9B39F3686}" type="datetime5">
              <a:rPr lang="en-US"/>
              <a:pPr>
                <a:defRPr/>
              </a:pPr>
              <a:t>23-Oct-21</a:t>
            </a:fld>
            <a:endParaRPr lang="en-US"/>
          </a:p>
        </p:txBody>
      </p:sp>
      <p:sp>
        <p:nvSpPr>
          <p:cNvPr id="5" name="Footer Placeholder 4">
            <a:extLst>
              <a:ext uri="{FF2B5EF4-FFF2-40B4-BE49-F238E27FC236}">
                <a16:creationId xmlns:a16="http://schemas.microsoft.com/office/drawing/2014/main" id="{0995E5E0-B0D7-47F7-89D4-2174D1E7A440}"/>
              </a:ext>
            </a:extLst>
          </p:cNvPr>
          <p:cNvSpPr>
            <a:spLocks noGrp="1"/>
          </p:cNvSpPr>
          <p:nvPr>
            <p:ph type="ftr" sz="quarter" idx="11"/>
          </p:nvPr>
        </p:nvSpPr>
        <p:spPr/>
        <p:txBody>
          <a:bodyPr/>
          <a:lstStyle>
            <a:lvl1pPr>
              <a:defRPr/>
            </a:lvl1pPr>
          </a:lstStyle>
          <a:p>
            <a:pPr>
              <a:defRPr/>
            </a:pPr>
            <a:r>
              <a:rPr lang="en-US"/>
              <a:t>Dept. of ECE, KITSW</a:t>
            </a:r>
          </a:p>
        </p:txBody>
      </p:sp>
      <p:sp>
        <p:nvSpPr>
          <p:cNvPr id="6" name="Slide Number Placeholder 5">
            <a:extLst>
              <a:ext uri="{FF2B5EF4-FFF2-40B4-BE49-F238E27FC236}">
                <a16:creationId xmlns:a16="http://schemas.microsoft.com/office/drawing/2014/main" id="{61BAEBB3-E75E-499D-AA1D-80CE9CC875DD}"/>
              </a:ext>
            </a:extLst>
          </p:cNvPr>
          <p:cNvSpPr>
            <a:spLocks noGrp="1"/>
          </p:cNvSpPr>
          <p:nvPr>
            <p:ph type="sldNum" sz="quarter" idx="12"/>
          </p:nvPr>
        </p:nvSpPr>
        <p:spPr/>
        <p:txBody>
          <a:bodyPr/>
          <a:lstStyle>
            <a:lvl1pPr>
              <a:defRPr/>
            </a:lvl1pPr>
          </a:lstStyle>
          <a:p>
            <a:fld id="{4A487E67-E8C2-49CB-88D1-DD373182A9FB}" type="slidenum">
              <a:rPr lang="en-US" altLang="en-US"/>
              <a:pPr/>
              <a:t>‹#›</a:t>
            </a:fld>
            <a:endParaRPr lang="en-US" altLang="en-US"/>
          </a:p>
        </p:txBody>
      </p:sp>
    </p:spTree>
    <p:extLst>
      <p:ext uri="{BB962C8B-B14F-4D97-AF65-F5344CB8AC3E}">
        <p14:creationId xmlns:p14="http://schemas.microsoft.com/office/powerpoint/2010/main" val="4013108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90E1D5-F00B-4F5F-935B-5C5EF6F663FE}"/>
              </a:ext>
            </a:extLst>
          </p:cNvPr>
          <p:cNvSpPr>
            <a:spLocks noGrp="1"/>
          </p:cNvSpPr>
          <p:nvPr>
            <p:ph type="dt" sz="half" idx="10"/>
          </p:nvPr>
        </p:nvSpPr>
        <p:spPr/>
        <p:txBody>
          <a:bodyPr/>
          <a:lstStyle>
            <a:lvl1pPr>
              <a:defRPr/>
            </a:lvl1pPr>
          </a:lstStyle>
          <a:p>
            <a:pPr>
              <a:defRPr/>
            </a:pPr>
            <a:fld id="{88CCCC2A-4D80-476C-9480-CACDBB758ECA}" type="datetime5">
              <a:rPr lang="en-US"/>
              <a:pPr>
                <a:defRPr/>
              </a:pPr>
              <a:t>23-Oct-21</a:t>
            </a:fld>
            <a:endParaRPr lang="en-US"/>
          </a:p>
        </p:txBody>
      </p:sp>
      <p:sp>
        <p:nvSpPr>
          <p:cNvPr id="5" name="Footer Placeholder 4">
            <a:extLst>
              <a:ext uri="{FF2B5EF4-FFF2-40B4-BE49-F238E27FC236}">
                <a16:creationId xmlns:a16="http://schemas.microsoft.com/office/drawing/2014/main" id="{4205629B-4E42-449F-9E29-AC569AC8AF13}"/>
              </a:ext>
            </a:extLst>
          </p:cNvPr>
          <p:cNvSpPr>
            <a:spLocks noGrp="1"/>
          </p:cNvSpPr>
          <p:nvPr>
            <p:ph type="ftr" sz="quarter" idx="11"/>
          </p:nvPr>
        </p:nvSpPr>
        <p:spPr/>
        <p:txBody>
          <a:bodyPr/>
          <a:lstStyle>
            <a:lvl1pPr>
              <a:defRPr/>
            </a:lvl1pPr>
          </a:lstStyle>
          <a:p>
            <a:pPr>
              <a:defRPr/>
            </a:pPr>
            <a:r>
              <a:rPr lang="en-US"/>
              <a:t>Dept. of ECE, KITSW</a:t>
            </a:r>
          </a:p>
        </p:txBody>
      </p:sp>
      <p:sp>
        <p:nvSpPr>
          <p:cNvPr id="6" name="Slide Number Placeholder 5">
            <a:extLst>
              <a:ext uri="{FF2B5EF4-FFF2-40B4-BE49-F238E27FC236}">
                <a16:creationId xmlns:a16="http://schemas.microsoft.com/office/drawing/2014/main" id="{109FAB77-D640-4B77-99C5-05D5E71B45D5}"/>
              </a:ext>
            </a:extLst>
          </p:cNvPr>
          <p:cNvSpPr>
            <a:spLocks noGrp="1"/>
          </p:cNvSpPr>
          <p:nvPr>
            <p:ph type="sldNum" sz="quarter" idx="12"/>
          </p:nvPr>
        </p:nvSpPr>
        <p:spPr/>
        <p:txBody>
          <a:bodyPr/>
          <a:lstStyle>
            <a:lvl1pPr>
              <a:defRPr/>
            </a:lvl1pPr>
          </a:lstStyle>
          <a:p>
            <a:fld id="{65E9AA7D-DEAA-4A48-8DB3-40D1A03C47EB}" type="slidenum">
              <a:rPr lang="en-US" altLang="en-US"/>
              <a:pPr/>
              <a:t>‹#›</a:t>
            </a:fld>
            <a:endParaRPr lang="en-US" altLang="en-US"/>
          </a:p>
        </p:txBody>
      </p:sp>
    </p:spTree>
    <p:extLst>
      <p:ext uri="{BB962C8B-B14F-4D97-AF65-F5344CB8AC3E}">
        <p14:creationId xmlns:p14="http://schemas.microsoft.com/office/powerpoint/2010/main" val="2040574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C7961D8F-B59C-4246-8328-78BE8739A9BB}"/>
              </a:ext>
            </a:extLst>
          </p:cNvPr>
          <p:cNvSpPr>
            <a:spLocks noGrp="1"/>
          </p:cNvSpPr>
          <p:nvPr>
            <p:ph type="dt" sz="half" idx="10"/>
          </p:nvPr>
        </p:nvSpPr>
        <p:spPr/>
        <p:txBody>
          <a:bodyPr/>
          <a:lstStyle>
            <a:lvl1pPr>
              <a:defRPr/>
            </a:lvl1pPr>
          </a:lstStyle>
          <a:p>
            <a:pPr>
              <a:defRPr/>
            </a:pPr>
            <a:fld id="{FD9ABB88-A882-48E1-B69A-357CC7E254CF}" type="datetime5">
              <a:rPr lang="en-US"/>
              <a:pPr>
                <a:defRPr/>
              </a:pPr>
              <a:t>23-Oct-21</a:t>
            </a:fld>
            <a:endParaRPr lang="en-US"/>
          </a:p>
        </p:txBody>
      </p:sp>
      <p:sp>
        <p:nvSpPr>
          <p:cNvPr id="6" name="Footer Placeholder 4">
            <a:extLst>
              <a:ext uri="{FF2B5EF4-FFF2-40B4-BE49-F238E27FC236}">
                <a16:creationId xmlns:a16="http://schemas.microsoft.com/office/drawing/2014/main" id="{26FE5B67-C89F-47E0-97C8-58F28A5CBC3D}"/>
              </a:ext>
            </a:extLst>
          </p:cNvPr>
          <p:cNvSpPr>
            <a:spLocks noGrp="1"/>
          </p:cNvSpPr>
          <p:nvPr>
            <p:ph type="ftr" sz="quarter" idx="11"/>
          </p:nvPr>
        </p:nvSpPr>
        <p:spPr/>
        <p:txBody>
          <a:bodyPr/>
          <a:lstStyle>
            <a:lvl1pPr>
              <a:defRPr/>
            </a:lvl1pPr>
          </a:lstStyle>
          <a:p>
            <a:pPr>
              <a:defRPr/>
            </a:pPr>
            <a:r>
              <a:rPr lang="en-US"/>
              <a:t>Dept. of ECE, KITSW</a:t>
            </a:r>
          </a:p>
        </p:txBody>
      </p:sp>
      <p:sp>
        <p:nvSpPr>
          <p:cNvPr id="7" name="Slide Number Placeholder 5">
            <a:extLst>
              <a:ext uri="{FF2B5EF4-FFF2-40B4-BE49-F238E27FC236}">
                <a16:creationId xmlns:a16="http://schemas.microsoft.com/office/drawing/2014/main" id="{3CF21271-E600-4915-844B-A1AD0858DC36}"/>
              </a:ext>
            </a:extLst>
          </p:cNvPr>
          <p:cNvSpPr>
            <a:spLocks noGrp="1"/>
          </p:cNvSpPr>
          <p:nvPr>
            <p:ph type="sldNum" sz="quarter" idx="12"/>
          </p:nvPr>
        </p:nvSpPr>
        <p:spPr/>
        <p:txBody>
          <a:bodyPr/>
          <a:lstStyle>
            <a:lvl1pPr>
              <a:defRPr/>
            </a:lvl1pPr>
          </a:lstStyle>
          <a:p>
            <a:fld id="{FFF3B921-C8F4-4F6A-A2E8-F6EACAD53BBE}" type="slidenum">
              <a:rPr lang="en-US" altLang="en-US"/>
              <a:pPr/>
              <a:t>‹#›</a:t>
            </a:fld>
            <a:endParaRPr lang="en-US" altLang="en-US"/>
          </a:p>
        </p:txBody>
      </p:sp>
    </p:spTree>
    <p:extLst>
      <p:ext uri="{BB962C8B-B14F-4D97-AF65-F5344CB8AC3E}">
        <p14:creationId xmlns:p14="http://schemas.microsoft.com/office/powerpoint/2010/main" val="4283292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E9B15D8A-70E7-4DDA-8F4B-9246ED9FB11F}"/>
              </a:ext>
            </a:extLst>
          </p:cNvPr>
          <p:cNvSpPr>
            <a:spLocks noGrp="1"/>
          </p:cNvSpPr>
          <p:nvPr>
            <p:ph type="dt" sz="half" idx="10"/>
          </p:nvPr>
        </p:nvSpPr>
        <p:spPr/>
        <p:txBody>
          <a:bodyPr/>
          <a:lstStyle>
            <a:lvl1pPr>
              <a:defRPr/>
            </a:lvl1pPr>
          </a:lstStyle>
          <a:p>
            <a:pPr>
              <a:defRPr/>
            </a:pPr>
            <a:fld id="{A5CA24A9-657B-428E-9F55-F37B82E355D7}" type="datetime5">
              <a:rPr lang="en-US"/>
              <a:pPr>
                <a:defRPr/>
              </a:pPr>
              <a:t>23-Oct-21</a:t>
            </a:fld>
            <a:endParaRPr lang="en-US"/>
          </a:p>
        </p:txBody>
      </p:sp>
      <p:sp>
        <p:nvSpPr>
          <p:cNvPr id="8" name="Footer Placeholder 4">
            <a:extLst>
              <a:ext uri="{FF2B5EF4-FFF2-40B4-BE49-F238E27FC236}">
                <a16:creationId xmlns:a16="http://schemas.microsoft.com/office/drawing/2014/main" id="{12E32B87-1177-46BE-B129-9193D2718F73}"/>
              </a:ext>
            </a:extLst>
          </p:cNvPr>
          <p:cNvSpPr>
            <a:spLocks noGrp="1"/>
          </p:cNvSpPr>
          <p:nvPr>
            <p:ph type="ftr" sz="quarter" idx="11"/>
          </p:nvPr>
        </p:nvSpPr>
        <p:spPr/>
        <p:txBody>
          <a:bodyPr/>
          <a:lstStyle>
            <a:lvl1pPr>
              <a:defRPr/>
            </a:lvl1pPr>
          </a:lstStyle>
          <a:p>
            <a:pPr>
              <a:defRPr/>
            </a:pPr>
            <a:r>
              <a:rPr lang="en-US"/>
              <a:t>Dept. of ECE, KITSW</a:t>
            </a:r>
          </a:p>
        </p:txBody>
      </p:sp>
      <p:sp>
        <p:nvSpPr>
          <p:cNvPr id="9" name="Slide Number Placeholder 5">
            <a:extLst>
              <a:ext uri="{FF2B5EF4-FFF2-40B4-BE49-F238E27FC236}">
                <a16:creationId xmlns:a16="http://schemas.microsoft.com/office/drawing/2014/main" id="{4D3081A2-407D-432A-8F78-954AB2EF148A}"/>
              </a:ext>
            </a:extLst>
          </p:cNvPr>
          <p:cNvSpPr>
            <a:spLocks noGrp="1"/>
          </p:cNvSpPr>
          <p:nvPr>
            <p:ph type="sldNum" sz="quarter" idx="12"/>
          </p:nvPr>
        </p:nvSpPr>
        <p:spPr/>
        <p:txBody>
          <a:bodyPr/>
          <a:lstStyle>
            <a:lvl1pPr>
              <a:defRPr/>
            </a:lvl1pPr>
          </a:lstStyle>
          <a:p>
            <a:fld id="{8A0CA125-4BD4-4DDC-9A9F-24665C4B128D}" type="slidenum">
              <a:rPr lang="en-US" altLang="en-US"/>
              <a:pPr/>
              <a:t>‹#›</a:t>
            </a:fld>
            <a:endParaRPr lang="en-US" altLang="en-US"/>
          </a:p>
        </p:txBody>
      </p:sp>
    </p:spTree>
    <p:extLst>
      <p:ext uri="{BB962C8B-B14F-4D97-AF65-F5344CB8AC3E}">
        <p14:creationId xmlns:p14="http://schemas.microsoft.com/office/powerpoint/2010/main" val="474965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D9F2DE03-1467-4AEF-ABC3-D6235156C22A}"/>
              </a:ext>
            </a:extLst>
          </p:cNvPr>
          <p:cNvSpPr>
            <a:spLocks noGrp="1"/>
          </p:cNvSpPr>
          <p:nvPr>
            <p:ph type="dt" sz="half" idx="10"/>
          </p:nvPr>
        </p:nvSpPr>
        <p:spPr/>
        <p:txBody>
          <a:bodyPr/>
          <a:lstStyle>
            <a:lvl1pPr>
              <a:defRPr/>
            </a:lvl1pPr>
          </a:lstStyle>
          <a:p>
            <a:pPr>
              <a:defRPr/>
            </a:pPr>
            <a:fld id="{D281AE31-6556-4842-876E-3F2AC9A30C4F}" type="datetime5">
              <a:rPr lang="en-US"/>
              <a:pPr>
                <a:defRPr/>
              </a:pPr>
              <a:t>23-Oct-21</a:t>
            </a:fld>
            <a:endParaRPr lang="en-US"/>
          </a:p>
        </p:txBody>
      </p:sp>
      <p:sp>
        <p:nvSpPr>
          <p:cNvPr id="4" name="Footer Placeholder 4">
            <a:extLst>
              <a:ext uri="{FF2B5EF4-FFF2-40B4-BE49-F238E27FC236}">
                <a16:creationId xmlns:a16="http://schemas.microsoft.com/office/drawing/2014/main" id="{89216588-65F5-4765-8B8E-8FCE0736F6D9}"/>
              </a:ext>
            </a:extLst>
          </p:cNvPr>
          <p:cNvSpPr>
            <a:spLocks noGrp="1"/>
          </p:cNvSpPr>
          <p:nvPr>
            <p:ph type="ftr" sz="quarter" idx="11"/>
          </p:nvPr>
        </p:nvSpPr>
        <p:spPr/>
        <p:txBody>
          <a:bodyPr/>
          <a:lstStyle>
            <a:lvl1pPr>
              <a:defRPr/>
            </a:lvl1pPr>
          </a:lstStyle>
          <a:p>
            <a:pPr>
              <a:defRPr/>
            </a:pPr>
            <a:r>
              <a:rPr lang="en-US"/>
              <a:t>Dept. of ECE, KITSW</a:t>
            </a:r>
          </a:p>
        </p:txBody>
      </p:sp>
      <p:sp>
        <p:nvSpPr>
          <p:cNvPr id="5" name="Slide Number Placeholder 5">
            <a:extLst>
              <a:ext uri="{FF2B5EF4-FFF2-40B4-BE49-F238E27FC236}">
                <a16:creationId xmlns:a16="http://schemas.microsoft.com/office/drawing/2014/main" id="{7DD4038E-D929-4FE6-B4AB-38117D234C37}"/>
              </a:ext>
            </a:extLst>
          </p:cNvPr>
          <p:cNvSpPr>
            <a:spLocks noGrp="1"/>
          </p:cNvSpPr>
          <p:nvPr>
            <p:ph type="sldNum" sz="quarter" idx="12"/>
          </p:nvPr>
        </p:nvSpPr>
        <p:spPr/>
        <p:txBody>
          <a:bodyPr/>
          <a:lstStyle>
            <a:lvl1pPr>
              <a:defRPr/>
            </a:lvl1pPr>
          </a:lstStyle>
          <a:p>
            <a:fld id="{CDE8944A-9E2B-471C-A369-D08478014CA8}" type="slidenum">
              <a:rPr lang="en-US" altLang="en-US"/>
              <a:pPr/>
              <a:t>‹#›</a:t>
            </a:fld>
            <a:endParaRPr lang="en-US" altLang="en-US"/>
          </a:p>
        </p:txBody>
      </p:sp>
    </p:spTree>
    <p:extLst>
      <p:ext uri="{BB962C8B-B14F-4D97-AF65-F5344CB8AC3E}">
        <p14:creationId xmlns:p14="http://schemas.microsoft.com/office/powerpoint/2010/main" val="1690467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0041C51-5C2C-4B87-B1D6-97D7279A2A79}"/>
              </a:ext>
            </a:extLst>
          </p:cNvPr>
          <p:cNvSpPr>
            <a:spLocks noGrp="1"/>
          </p:cNvSpPr>
          <p:nvPr>
            <p:ph type="dt" sz="half" idx="10"/>
          </p:nvPr>
        </p:nvSpPr>
        <p:spPr/>
        <p:txBody>
          <a:bodyPr/>
          <a:lstStyle>
            <a:lvl1pPr>
              <a:defRPr/>
            </a:lvl1pPr>
          </a:lstStyle>
          <a:p>
            <a:pPr>
              <a:defRPr/>
            </a:pPr>
            <a:fld id="{3752BD16-BE73-4E4D-8E2F-5999E929B553}" type="datetime5">
              <a:rPr lang="en-US"/>
              <a:pPr>
                <a:defRPr/>
              </a:pPr>
              <a:t>23-Oct-21</a:t>
            </a:fld>
            <a:endParaRPr lang="en-US"/>
          </a:p>
        </p:txBody>
      </p:sp>
      <p:sp>
        <p:nvSpPr>
          <p:cNvPr id="3" name="Footer Placeholder 4">
            <a:extLst>
              <a:ext uri="{FF2B5EF4-FFF2-40B4-BE49-F238E27FC236}">
                <a16:creationId xmlns:a16="http://schemas.microsoft.com/office/drawing/2014/main" id="{A72A0CE1-3695-49B6-A5BD-412A6D3FC358}"/>
              </a:ext>
            </a:extLst>
          </p:cNvPr>
          <p:cNvSpPr>
            <a:spLocks noGrp="1"/>
          </p:cNvSpPr>
          <p:nvPr>
            <p:ph type="ftr" sz="quarter" idx="11"/>
          </p:nvPr>
        </p:nvSpPr>
        <p:spPr/>
        <p:txBody>
          <a:bodyPr/>
          <a:lstStyle>
            <a:lvl1pPr>
              <a:defRPr/>
            </a:lvl1pPr>
          </a:lstStyle>
          <a:p>
            <a:pPr>
              <a:defRPr/>
            </a:pPr>
            <a:r>
              <a:rPr lang="en-US"/>
              <a:t>Dept. of ECE, KITSW</a:t>
            </a:r>
          </a:p>
        </p:txBody>
      </p:sp>
      <p:sp>
        <p:nvSpPr>
          <p:cNvPr id="4" name="Slide Number Placeholder 5">
            <a:extLst>
              <a:ext uri="{FF2B5EF4-FFF2-40B4-BE49-F238E27FC236}">
                <a16:creationId xmlns:a16="http://schemas.microsoft.com/office/drawing/2014/main" id="{AFC5E5C9-A238-451E-86AA-38197A77DA10}"/>
              </a:ext>
            </a:extLst>
          </p:cNvPr>
          <p:cNvSpPr>
            <a:spLocks noGrp="1"/>
          </p:cNvSpPr>
          <p:nvPr>
            <p:ph type="sldNum" sz="quarter" idx="12"/>
          </p:nvPr>
        </p:nvSpPr>
        <p:spPr/>
        <p:txBody>
          <a:bodyPr/>
          <a:lstStyle>
            <a:lvl1pPr>
              <a:defRPr/>
            </a:lvl1pPr>
          </a:lstStyle>
          <a:p>
            <a:fld id="{15EA3AD7-B0C7-4512-ACAA-F992F099DF9F}" type="slidenum">
              <a:rPr lang="en-US" altLang="en-US"/>
              <a:pPr/>
              <a:t>‹#›</a:t>
            </a:fld>
            <a:endParaRPr lang="en-US" altLang="en-US"/>
          </a:p>
        </p:txBody>
      </p:sp>
    </p:spTree>
    <p:extLst>
      <p:ext uri="{BB962C8B-B14F-4D97-AF65-F5344CB8AC3E}">
        <p14:creationId xmlns:p14="http://schemas.microsoft.com/office/powerpoint/2010/main" val="133286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E23B31D-C03F-4107-917B-E5F1B841B199}"/>
              </a:ext>
            </a:extLst>
          </p:cNvPr>
          <p:cNvSpPr>
            <a:spLocks noGrp="1"/>
          </p:cNvSpPr>
          <p:nvPr>
            <p:ph type="dt" sz="half" idx="10"/>
          </p:nvPr>
        </p:nvSpPr>
        <p:spPr/>
        <p:txBody>
          <a:bodyPr/>
          <a:lstStyle>
            <a:lvl1pPr>
              <a:defRPr/>
            </a:lvl1pPr>
          </a:lstStyle>
          <a:p>
            <a:pPr>
              <a:defRPr/>
            </a:pPr>
            <a:fld id="{D9624595-902F-4034-A315-55F10C546041}" type="datetime5">
              <a:rPr lang="en-US"/>
              <a:pPr>
                <a:defRPr/>
              </a:pPr>
              <a:t>23-Oct-21</a:t>
            </a:fld>
            <a:endParaRPr lang="en-US"/>
          </a:p>
        </p:txBody>
      </p:sp>
      <p:sp>
        <p:nvSpPr>
          <p:cNvPr id="6" name="Footer Placeholder 4">
            <a:extLst>
              <a:ext uri="{FF2B5EF4-FFF2-40B4-BE49-F238E27FC236}">
                <a16:creationId xmlns:a16="http://schemas.microsoft.com/office/drawing/2014/main" id="{ABA4F14F-844C-46C4-88D6-7FE83A75FBAB}"/>
              </a:ext>
            </a:extLst>
          </p:cNvPr>
          <p:cNvSpPr>
            <a:spLocks noGrp="1"/>
          </p:cNvSpPr>
          <p:nvPr>
            <p:ph type="ftr" sz="quarter" idx="11"/>
          </p:nvPr>
        </p:nvSpPr>
        <p:spPr/>
        <p:txBody>
          <a:bodyPr/>
          <a:lstStyle>
            <a:lvl1pPr>
              <a:defRPr/>
            </a:lvl1pPr>
          </a:lstStyle>
          <a:p>
            <a:pPr>
              <a:defRPr/>
            </a:pPr>
            <a:r>
              <a:rPr lang="en-US"/>
              <a:t>Dept. of ECE, KITSW</a:t>
            </a:r>
          </a:p>
        </p:txBody>
      </p:sp>
      <p:sp>
        <p:nvSpPr>
          <p:cNvPr id="7" name="Slide Number Placeholder 5">
            <a:extLst>
              <a:ext uri="{FF2B5EF4-FFF2-40B4-BE49-F238E27FC236}">
                <a16:creationId xmlns:a16="http://schemas.microsoft.com/office/drawing/2014/main" id="{260CDD71-E33E-40F9-BC78-7499E998ECFE}"/>
              </a:ext>
            </a:extLst>
          </p:cNvPr>
          <p:cNvSpPr>
            <a:spLocks noGrp="1"/>
          </p:cNvSpPr>
          <p:nvPr>
            <p:ph type="sldNum" sz="quarter" idx="12"/>
          </p:nvPr>
        </p:nvSpPr>
        <p:spPr/>
        <p:txBody>
          <a:bodyPr/>
          <a:lstStyle>
            <a:lvl1pPr>
              <a:defRPr/>
            </a:lvl1pPr>
          </a:lstStyle>
          <a:p>
            <a:fld id="{AA9D570B-B995-4F36-8AA0-F30208A26A28}" type="slidenum">
              <a:rPr lang="en-US" altLang="en-US"/>
              <a:pPr/>
              <a:t>‹#›</a:t>
            </a:fld>
            <a:endParaRPr lang="en-US" altLang="en-US"/>
          </a:p>
        </p:txBody>
      </p:sp>
    </p:spTree>
    <p:extLst>
      <p:ext uri="{BB962C8B-B14F-4D97-AF65-F5344CB8AC3E}">
        <p14:creationId xmlns:p14="http://schemas.microsoft.com/office/powerpoint/2010/main" val="3521149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EBC04F3-690A-4C32-8B02-444DF2BFFBA9}"/>
              </a:ext>
            </a:extLst>
          </p:cNvPr>
          <p:cNvSpPr>
            <a:spLocks noGrp="1"/>
          </p:cNvSpPr>
          <p:nvPr>
            <p:ph type="dt" sz="half" idx="10"/>
          </p:nvPr>
        </p:nvSpPr>
        <p:spPr/>
        <p:txBody>
          <a:bodyPr/>
          <a:lstStyle>
            <a:lvl1pPr>
              <a:defRPr/>
            </a:lvl1pPr>
          </a:lstStyle>
          <a:p>
            <a:pPr>
              <a:defRPr/>
            </a:pPr>
            <a:fld id="{37196C88-5BAD-4F87-A6A7-4A958BEAD4B0}" type="datetime5">
              <a:rPr lang="en-US"/>
              <a:pPr>
                <a:defRPr/>
              </a:pPr>
              <a:t>23-Oct-21</a:t>
            </a:fld>
            <a:endParaRPr lang="en-US"/>
          </a:p>
        </p:txBody>
      </p:sp>
      <p:sp>
        <p:nvSpPr>
          <p:cNvPr id="6" name="Footer Placeholder 4">
            <a:extLst>
              <a:ext uri="{FF2B5EF4-FFF2-40B4-BE49-F238E27FC236}">
                <a16:creationId xmlns:a16="http://schemas.microsoft.com/office/drawing/2014/main" id="{AAA6DFF3-A22F-4381-8485-C908FE20A156}"/>
              </a:ext>
            </a:extLst>
          </p:cNvPr>
          <p:cNvSpPr>
            <a:spLocks noGrp="1"/>
          </p:cNvSpPr>
          <p:nvPr>
            <p:ph type="ftr" sz="quarter" idx="11"/>
          </p:nvPr>
        </p:nvSpPr>
        <p:spPr/>
        <p:txBody>
          <a:bodyPr/>
          <a:lstStyle>
            <a:lvl1pPr>
              <a:defRPr/>
            </a:lvl1pPr>
          </a:lstStyle>
          <a:p>
            <a:pPr>
              <a:defRPr/>
            </a:pPr>
            <a:r>
              <a:rPr lang="en-US"/>
              <a:t>Dept. of ECE, KITSW</a:t>
            </a:r>
          </a:p>
        </p:txBody>
      </p:sp>
      <p:sp>
        <p:nvSpPr>
          <p:cNvPr id="7" name="Slide Number Placeholder 5">
            <a:extLst>
              <a:ext uri="{FF2B5EF4-FFF2-40B4-BE49-F238E27FC236}">
                <a16:creationId xmlns:a16="http://schemas.microsoft.com/office/drawing/2014/main" id="{8E341BCE-EFA1-4A6A-9873-F683D00B88AC}"/>
              </a:ext>
            </a:extLst>
          </p:cNvPr>
          <p:cNvSpPr>
            <a:spLocks noGrp="1"/>
          </p:cNvSpPr>
          <p:nvPr>
            <p:ph type="sldNum" sz="quarter" idx="12"/>
          </p:nvPr>
        </p:nvSpPr>
        <p:spPr/>
        <p:txBody>
          <a:bodyPr/>
          <a:lstStyle>
            <a:lvl1pPr>
              <a:defRPr/>
            </a:lvl1pPr>
          </a:lstStyle>
          <a:p>
            <a:fld id="{13D194AB-D894-43DE-85C0-FCC742AB3C2F}" type="slidenum">
              <a:rPr lang="en-US" altLang="en-US"/>
              <a:pPr/>
              <a:t>‹#›</a:t>
            </a:fld>
            <a:endParaRPr lang="en-US" altLang="en-US"/>
          </a:p>
        </p:txBody>
      </p:sp>
    </p:spTree>
    <p:extLst>
      <p:ext uri="{BB962C8B-B14F-4D97-AF65-F5344CB8AC3E}">
        <p14:creationId xmlns:p14="http://schemas.microsoft.com/office/powerpoint/2010/main" val="42742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7F02CB-52F9-42F6-9E44-81B580CB96D5}"/>
              </a:ext>
            </a:extLst>
          </p:cNvPr>
          <p:cNvSpPr>
            <a:spLocks noGrp="1"/>
          </p:cNvSpPr>
          <p:nvPr>
            <p:ph type="dt" sz="half" idx="10"/>
          </p:nvPr>
        </p:nvSpPr>
        <p:spPr/>
        <p:txBody>
          <a:bodyPr/>
          <a:lstStyle>
            <a:lvl1pPr>
              <a:defRPr/>
            </a:lvl1pPr>
          </a:lstStyle>
          <a:p>
            <a:pPr>
              <a:defRPr/>
            </a:pPr>
            <a:fld id="{C3546343-ACA4-4C47-AC25-C72B0823DAE8}" type="datetime5">
              <a:rPr lang="en-US"/>
              <a:pPr>
                <a:defRPr/>
              </a:pPr>
              <a:t>23-Oct-21</a:t>
            </a:fld>
            <a:endParaRPr lang="en-US"/>
          </a:p>
        </p:txBody>
      </p:sp>
      <p:sp>
        <p:nvSpPr>
          <p:cNvPr id="5" name="Footer Placeholder 4">
            <a:extLst>
              <a:ext uri="{FF2B5EF4-FFF2-40B4-BE49-F238E27FC236}">
                <a16:creationId xmlns:a16="http://schemas.microsoft.com/office/drawing/2014/main" id="{EB5318CC-84AA-46D2-84D1-F09ACE1A0D59}"/>
              </a:ext>
            </a:extLst>
          </p:cNvPr>
          <p:cNvSpPr>
            <a:spLocks noGrp="1"/>
          </p:cNvSpPr>
          <p:nvPr>
            <p:ph type="ftr" sz="quarter" idx="11"/>
          </p:nvPr>
        </p:nvSpPr>
        <p:spPr/>
        <p:txBody>
          <a:bodyPr/>
          <a:lstStyle>
            <a:lvl1pPr>
              <a:defRPr/>
            </a:lvl1pPr>
          </a:lstStyle>
          <a:p>
            <a:pPr>
              <a:defRPr/>
            </a:pPr>
            <a:r>
              <a:rPr lang="en-US"/>
              <a:t>Dept. of ECE, KITSW</a:t>
            </a:r>
          </a:p>
        </p:txBody>
      </p:sp>
      <p:sp>
        <p:nvSpPr>
          <p:cNvPr id="6" name="Slide Number Placeholder 5">
            <a:extLst>
              <a:ext uri="{FF2B5EF4-FFF2-40B4-BE49-F238E27FC236}">
                <a16:creationId xmlns:a16="http://schemas.microsoft.com/office/drawing/2014/main" id="{CD2CD601-7415-4681-B3B3-EA070BDD774C}"/>
              </a:ext>
            </a:extLst>
          </p:cNvPr>
          <p:cNvSpPr>
            <a:spLocks noGrp="1"/>
          </p:cNvSpPr>
          <p:nvPr>
            <p:ph type="sldNum" sz="quarter" idx="12"/>
          </p:nvPr>
        </p:nvSpPr>
        <p:spPr/>
        <p:txBody>
          <a:bodyPr/>
          <a:lstStyle>
            <a:lvl1pPr>
              <a:defRPr/>
            </a:lvl1pPr>
          </a:lstStyle>
          <a:p>
            <a:fld id="{E3BAC302-14F1-4D77-AF29-B3CE43CD461D}" type="slidenum">
              <a:rPr lang="en-US" altLang="en-US"/>
              <a:pPr/>
              <a:t>‹#›</a:t>
            </a:fld>
            <a:endParaRPr lang="en-US" altLang="en-US"/>
          </a:p>
        </p:txBody>
      </p:sp>
    </p:spTree>
    <p:extLst>
      <p:ext uri="{BB962C8B-B14F-4D97-AF65-F5344CB8AC3E}">
        <p14:creationId xmlns:p14="http://schemas.microsoft.com/office/powerpoint/2010/main" val="3290677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40DCD6-FFD8-4CF5-9207-AE798925CE01}"/>
              </a:ext>
            </a:extLst>
          </p:cNvPr>
          <p:cNvSpPr>
            <a:spLocks noGrp="1"/>
          </p:cNvSpPr>
          <p:nvPr>
            <p:ph type="dt" sz="half" idx="10"/>
          </p:nvPr>
        </p:nvSpPr>
        <p:spPr/>
        <p:txBody>
          <a:bodyPr/>
          <a:lstStyle>
            <a:lvl1pPr>
              <a:defRPr/>
            </a:lvl1pPr>
          </a:lstStyle>
          <a:p>
            <a:pPr>
              <a:defRPr/>
            </a:pPr>
            <a:fld id="{F5F3E043-A817-4608-B755-1806C97F98D1}" type="datetime5">
              <a:rPr lang="en-US"/>
              <a:pPr>
                <a:defRPr/>
              </a:pPr>
              <a:t>23-Oct-21</a:t>
            </a:fld>
            <a:endParaRPr lang="en-US"/>
          </a:p>
        </p:txBody>
      </p:sp>
      <p:sp>
        <p:nvSpPr>
          <p:cNvPr id="5" name="Footer Placeholder 4">
            <a:extLst>
              <a:ext uri="{FF2B5EF4-FFF2-40B4-BE49-F238E27FC236}">
                <a16:creationId xmlns:a16="http://schemas.microsoft.com/office/drawing/2014/main" id="{7ACFA3FB-E9B0-4834-A58D-C2C8F7A79702}"/>
              </a:ext>
            </a:extLst>
          </p:cNvPr>
          <p:cNvSpPr>
            <a:spLocks noGrp="1"/>
          </p:cNvSpPr>
          <p:nvPr>
            <p:ph type="ftr" sz="quarter" idx="11"/>
          </p:nvPr>
        </p:nvSpPr>
        <p:spPr/>
        <p:txBody>
          <a:bodyPr/>
          <a:lstStyle>
            <a:lvl1pPr>
              <a:defRPr/>
            </a:lvl1pPr>
          </a:lstStyle>
          <a:p>
            <a:pPr>
              <a:defRPr/>
            </a:pPr>
            <a:r>
              <a:rPr lang="en-US"/>
              <a:t>Dept. of ECE, KITSW</a:t>
            </a:r>
          </a:p>
        </p:txBody>
      </p:sp>
      <p:sp>
        <p:nvSpPr>
          <p:cNvPr id="6" name="Slide Number Placeholder 5">
            <a:extLst>
              <a:ext uri="{FF2B5EF4-FFF2-40B4-BE49-F238E27FC236}">
                <a16:creationId xmlns:a16="http://schemas.microsoft.com/office/drawing/2014/main" id="{E7A68B0F-30E3-4761-8110-10939A9D6B4D}"/>
              </a:ext>
            </a:extLst>
          </p:cNvPr>
          <p:cNvSpPr>
            <a:spLocks noGrp="1"/>
          </p:cNvSpPr>
          <p:nvPr>
            <p:ph type="sldNum" sz="quarter" idx="12"/>
          </p:nvPr>
        </p:nvSpPr>
        <p:spPr/>
        <p:txBody>
          <a:bodyPr/>
          <a:lstStyle>
            <a:lvl1pPr>
              <a:defRPr/>
            </a:lvl1pPr>
          </a:lstStyle>
          <a:p>
            <a:fld id="{E7EC2C7B-98DA-4C3A-96F7-306BFFC555A7}" type="slidenum">
              <a:rPr lang="en-US" altLang="en-US"/>
              <a:pPr/>
              <a:t>‹#›</a:t>
            </a:fld>
            <a:endParaRPr lang="en-US" altLang="en-US"/>
          </a:p>
        </p:txBody>
      </p:sp>
    </p:spTree>
    <p:extLst>
      <p:ext uri="{BB962C8B-B14F-4D97-AF65-F5344CB8AC3E}">
        <p14:creationId xmlns:p14="http://schemas.microsoft.com/office/powerpoint/2010/main" val="851212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69EFB1F-1473-4424-BE76-BDA39F01D25C}"/>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694BEE5A-DBE1-427A-97A6-D1FF1E5FF8F1}"/>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E2AE819-F91D-42B2-BEA8-1E133E5A38E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3C96F77-94CD-4454-8D4B-2F95A842B9E1}" type="datetime5">
              <a:rPr lang="en-US"/>
              <a:pPr>
                <a:defRPr/>
              </a:pPr>
              <a:t>23-Oct-21</a:t>
            </a:fld>
            <a:endParaRPr lang="en-US"/>
          </a:p>
        </p:txBody>
      </p:sp>
      <p:sp>
        <p:nvSpPr>
          <p:cNvPr id="5" name="Footer Placeholder 4">
            <a:extLst>
              <a:ext uri="{FF2B5EF4-FFF2-40B4-BE49-F238E27FC236}">
                <a16:creationId xmlns:a16="http://schemas.microsoft.com/office/drawing/2014/main" id="{E45FFF5D-9377-4D68-9318-D336E9B187C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Dept. of ECE, KITSW</a:t>
            </a:r>
          </a:p>
        </p:txBody>
      </p:sp>
      <p:sp>
        <p:nvSpPr>
          <p:cNvPr id="6" name="Slide Number Placeholder 5">
            <a:extLst>
              <a:ext uri="{FF2B5EF4-FFF2-40B4-BE49-F238E27FC236}">
                <a16:creationId xmlns:a16="http://schemas.microsoft.com/office/drawing/2014/main" id="{5D6D3A78-1023-4504-9CB9-331C1B2BDB0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0DBDF6A-DFD6-4326-A523-87F6A07C312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C8DA3-6EBE-4DF2-A89D-2005C5D86CE2}"/>
              </a:ext>
            </a:extLst>
          </p:cNvPr>
          <p:cNvSpPr>
            <a:spLocks noGrp="1"/>
          </p:cNvSpPr>
          <p:nvPr>
            <p:ph type="ctrTitle"/>
          </p:nvPr>
        </p:nvSpPr>
        <p:spPr>
          <a:xfrm>
            <a:off x="1143000" y="0"/>
            <a:ext cx="8001000" cy="990600"/>
          </a:xfrm>
        </p:spPr>
        <p:txBody>
          <a:bodyPr rtlCol="0">
            <a:normAutofit fontScale="90000"/>
          </a:bodyPr>
          <a:lstStyle/>
          <a:p>
            <a:pPr fontAlgn="auto">
              <a:spcAft>
                <a:spcPts val="0"/>
              </a:spcAft>
              <a:defRPr/>
            </a:pPr>
            <a:r>
              <a:rPr lang="en-US" sz="2400" b="1" u="sng" dirty="0">
                <a:latin typeface="Times New Roman" pitchFamily="18" charset="0"/>
                <a:cs typeface="Times New Roman" pitchFamily="18" charset="0"/>
              </a:rPr>
              <a:t>KAKATIYA INSTITUTE OF TECHNOLOGY&amp; SCIENCE </a:t>
            </a:r>
            <a:br>
              <a:rPr lang="en-US" sz="2400" b="1" u="sng" dirty="0">
                <a:latin typeface="Times New Roman" pitchFamily="18" charset="0"/>
                <a:cs typeface="Times New Roman" pitchFamily="18" charset="0"/>
              </a:rPr>
            </a:br>
            <a:r>
              <a:rPr lang="en-US" sz="2000" i="1" dirty="0">
                <a:latin typeface="Times New Roman" pitchFamily="18" charset="0"/>
                <a:cs typeface="Times New Roman" pitchFamily="18" charset="0"/>
              </a:rPr>
              <a:t>(An Autonomous Institute under Kakatiya University, Warangal)</a:t>
            </a:r>
            <a:br>
              <a:rPr lang="en-US" sz="2000" i="1" dirty="0">
                <a:latin typeface="Times New Roman" pitchFamily="18" charset="0"/>
                <a:cs typeface="Times New Roman" pitchFamily="18" charset="0"/>
              </a:rPr>
            </a:br>
            <a:r>
              <a:rPr lang="en-US" sz="2000" dirty="0">
                <a:latin typeface="Times New Roman" pitchFamily="18" charset="0"/>
                <a:cs typeface="Times New Roman" pitchFamily="18" charset="0"/>
              </a:rPr>
              <a:t>Opp: Yerragattu Gutta, Hasanparthy (M), Warangal-506015, Telangana (INDIA)</a:t>
            </a:r>
            <a:endParaRPr lang="en-US" sz="2400" dirty="0">
              <a:latin typeface="Times New Roman" pitchFamily="18" charset="0"/>
              <a:cs typeface="Times New Roman" pitchFamily="18" charset="0"/>
            </a:endParaRPr>
          </a:p>
        </p:txBody>
      </p:sp>
      <p:sp>
        <p:nvSpPr>
          <p:cNvPr id="3" name="Subtitle 2">
            <a:extLst>
              <a:ext uri="{FF2B5EF4-FFF2-40B4-BE49-F238E27FC236}">
                <a16:creationId xmlns:a16="http://schemas.microsoft.com/office/drawing/2014/main" id="{B5EF4416-62E6-4D5E-8610-8620CB9C309E}"/>
              </a:ext>
            </a:extLst>
          </p:cNvPr>
          <p:cNvSpPr>
            <a:spLocks noGrp="1"/>
          </p:cNvSpPr>
          <p:nvPr>
            <p:ph type="subTitle" idx="1"/>
          </p:nvPr>
        </p:nvSpPr>
        <p:spPr>
          <a:xfrm>
            <a:off x="1219200" y="1219200"/>
            <a:ext cx="7924800" cy="457200"/>
          </a:xfrm>
        </p:spPr>
        <p:txBody>
          <a:bodyPr rtlCol="0">
            <a:normAutofit fontScale="85000" lnSpcReduction="10000"/>
          </a:bodyPr>
          <a:lstStyle/>
          <a:p>
            <a:pPr fontAlgn="auto">
              <a:spcAft>
                <a:spcPts val="0"/>
              </a:spcAft>
              <a:defRPr/>
            </a:pPr>
            <a:r>
              <a:rPr lang="en-US" sz="2000" b="1" dirty="0">
                <a:solidFill>
                  <a:schemeClr val="tx1"/>
                </a:solidFill>
                <a:latin typeface="Times New Roman" pitchFamily="18" charset="0"/>
                <a:cs typeface="Times New Roman" pitchFamily="18" charset="0"/>
              </a:rPr>
              <a:t>DEPARTMENT OF ELECTRONICS &amp; COMMUNICATION ENGINEERING</a:t>
            </a:r>
          </a:p>
        </p:txBody>
      </p:sp>
      <p:pic>
        <p:nvPicPr>
          <p:cNvPr id="2052" name="Picture 4" descr="C:\Documents and Settings\DCLAB-02\Desktop\LOGO1.jpg">
            <a:extLst>
              <a:ext uri="{FF2B5EF4-FFF2-40B4-BE49-F238E27FC236}">
                <a16:creationId xmlns:a16="http://schemas.microsoft.com/office/drawing/2014/main" id="{9587086B-306E-45C2-B7E2-9B30143052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ubtitle 2">
            <a:extLst>
              <a:ext uri="{FF2B5EF4-FFF2-40B4-BE49-F238E27FC236}">
                <a16:creationId xmlns:a16="http://schemas.microsoft.com/office/drawing/2014/main" id="{28BDC2CD-909F-499D-9F61-8C818568C734}"/>
              </a:ext>
            </a:extLst>
          </p:cNvPr>
          <p:cNvSpPr txBox="1">
            <a:spLocks/>
          </p:cNvSpPr>
          <p:nvPr/>
        </p:nvSpPr>
        <p:spPr>
          <a:xfrm>
            <a:off x="401020" y="1802199"/>
            <a:ext cx="8209580" cy="1515168"/>
          </a:xfrm>
          <a:prstGeom prst="rect">
            <a:avLst/>
          </a:prstGeom>
        </p:spPr>
        <p:style>
          <a:lnRef idx="1">
            <a:schemeClr val="dk1"/>
          </a:lnRef>
          <a:fillRef idx="1001">
            <a:schemeClr val="lt2"/>
          </a:fillRef>
          <a:effectRef idx="1">
            <a:schemeClr val="dk1"/>
          </a:effectRef>
          <a:fontRef idx="minor">
            <a:schemeClr val="dk1"/>
          </a:fontRef>
        </p:style>
        <p:txBody>
          <a:bodyPr>
            <a:normAutofit/>
          </a:bodyPr>
          <a:lstStyle/>
          <a:p>
            <a:pPr algn="ctr" fontAlgn="auto">
              <a:spcBef>
                <a:spcPct val="20000"/>
              </a:spcBef>
              <a:spcAft>
                <a:spcPts val="0"/>
              </a:spcAft>
              <a:buFont typeface="Arial" pitchFamily="34" charset="0"/>
              <a:buNone/>
              <a:defRPr/>
            </a:pPr>
            <a:r>
              <a:rPr lang="en-US" sz="2600" b="1" dirty="0">
                <a:solidFill>
                  <a:schemeClr val="tx1"/>
                </a:solidFill>
                <a:latin typeface="Times New Roman" pitchFamily="18" charset="0"/>
                <a:cs typeface="Times New Roman" pitchFamily="18" charset="0"/>
              </a:rPr>
              <a:t>U18EC510</a:t>
            </a:r>
            <a:r>
              <a:rPr lang="en-US" sz="2600" b="1" dirty="0">
                <a:latin typeface="Times New Roman" pitchFamily="18" charset="0"/>
                <a:cs typeface="Times New Roman" pitchFamily="18" charset="0"/>
              </a:rPr>
              <a:t>: SEMINAR</a:t>
            </a:r>
          </a:p>
          <a:p>
            <a:pPr algn="ctr" fontAlgn="auto">
              <a:spcBef>
                <a:spcPct val="20000"/>
              </a:spcBef>
              <a:spcAft>
                <a:spcPts val="0"/>
              </a:spcAft>
              <a:buFont typeface="Arial" pitchFamily="34" charset="0"/>
              <a:buNone/>
              <a:defRPr/>
            </a:pPr>
            <a:endParaRPr lang="en-US" sz="2600" b="1" dirty="0">
              <a:latin typeface="Times New Roman" pitchFamily="18" charset="0"/>
              <a:cs typeface="Times New Roman" pitchFamily="18" charset="0"/>
            </a:endParaRPr>
          </a:p>
          <a:p>
            <a:pPr algn="ctr" fontAlgn="auto">
              <a:spcBef>
                <a:spcPct val="20000"/>
              </a:spcBef>
              <a:spcAft>
                <a:spcPts val="0"/>
              </a:spcAft>
              <a:buFont typeface="Arial" pitchFamily="34" charset="0"/>
              <a:buNone/>
              <a:defRPr/>
            </a:pPr>
            <a:r>
              <a:rPr lang="en-US" sz="2000" b="1" dirty="0">
                <a:solidFill>
                  <a:schemeClr val="tx1"/>
                </a:solidFill>
                <a:latin typeface="Times New Roman" pitchFamily="18" charset="0"/>
                <a:cs typeface="Times New Roman" pitchFamily="18" charset="0"/>
              </a:rPr>
              <a:t>   “</a:t>
            </a:r>
            <a:r>
              <a:rPr lang="en-US" sz="2000" b="1" u="sng" dirty="0">
                <a:solidFill>
                  <a:schemeClr val="tx1"/>
                </a:solidFill>
                <a:latin typeface="Times New Roman" pitchFamily="18" charset="0"/>
                <a:cs typeface="Times New Roman" pitchFamily="18" charset="0"/>
                <a:sym typeface="Wingdings" pitchFamily="2" charset="2"/>
              </a:rPr>
              <a:t>ARTIFICIAL INTELLEGENCE FOR SPEECH RECOGNATION”     </a:t>
            </a:r>
            <a:endParaRPr lang="en-US" sz="2000" b="1" dirty="0">
              <a:solidFill>
                <a:schemeClr val="tx1"/>
              </a:solidFill>
              <a:latin typeface="Times New Roman" pitchFamily="18" charset="0"/>
              <a:cs typeface="Times New Roman" pitchFamily="18" charset="0"/>
            </a:endParaRPr>
          </a:p>
        </p:txBody>
      </p:sp>
      <p:sp>
        <p:nvSpPr>
          <p:cNvPr id="2054" name="Subtitle 2">
            <a:extLst>
              <a:ext uri="{FF2B5EF4-FFF2-40B4-BE49-F238E27FC236}">
                <a16:creationId xmlns:a16="http://schemas.microsoft.com/office/drawing/2014/main" id="{5ADB7D34-AEC7-437D-A02C-90CC349783C7}"/>
              </a:ext>
            </a:extLst>
          </p:cNvPr>
          <p:cNvSpPr txBox="1">
            <a:spLocks/>
          </p:cNvSpPr>
          <p:nvPr/>
        </p:nvSpPr>
        <p:spPr bwMode="auto">
          <a:xfrm>
            <a:off x="-108520" y="5172442"/>
            <a:ext cx="9252520" cy="168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ct val="20000"/>
              </a:spcBef>
            </a:pPr>
            <a:r>
              <a:rPr lang="en-US" altLang="en-US" dirty="0">
                <a:latin typeface="Times New Roman" panose="02020603050405020304" pitchFamily="18" charset="0"/>
                <a:cs typeface="Times New Roman" panose="02020603050405020304" pitchFamily="18" charset="0"/>
              </a:rPr>
              <a:t>    SeminarSupervisor        Seminar   Coordinator        Seminar Convener          Head, Dept.of ECE</a:t>
            </a:r>
          </a:p>
          <a:p>
            <a:pPr>
              <a:spcBef>
                <a:spcPct val="20000"/>
              </a:spcBef>
            </a:pPr>
            <a:r>
              <a:rPr lang="en-US" altLang="en-US" b="1" dirty="0">
                <a:latin typeface="Times New Roman" panose="02020603050405020304" pitchFamily="18" charset="0"/>
                <a:cs typeface="Times New Roman" panose="02020603050405020304" pitchFamily="18" charset="0"/>
              </a:rPr>
              <a:t>   Dr.Umamaheswar             Sri A.Srinivas                   Dr.M.Raju                    Dr. B.RamaDevi</a:t>
            </a:r>
          </a:p>
          <a:p>
            <a:pPr>
              <a:spcBef>
                <a:spcPct val="20000"/>
              </a:spcBef>
            </a:pPr>
            <a:r>
              <a:rPr lang="en-US" altLang="en-US" sz="2000" dirty="0">
                <a:latin typeface="Times New Roman" panose="02020603050405020304" pitchFamily="18" charset="0"/>
                <a:cs typeface="Times New Roman" panose="02020603050405020304" pitchFamily="18" charset="0"/>
              </a:rPr>
              <a:t>     Asst.professer               </a:t>
            </a:r>
            <a:r>
              <a:rPr lang="en-US" altLang="en-US" dirty="0">
                <a:latin typeface="Times New Roman" panose="02020603050405020304" pitchFamily="18" charset="0"/>
                <a:cs typeface="Times New Roman" panose="02020603050405020304" pitchFamily="18" charset="0"/>
              </a:rPr>
              <a:t>Asst. Professor                  Assoc. Professor                 Professor</a:t>
            </a:r>
          </a:p>
          <a:p>
            <a:pPr>
              <a:spcBef>
                <a:spcPct val="20000"/>
              </a:spcBef>
            </a:pPr>
            <a:r>
              <a:rPr lang="en-US" altLang="en-US" dirty="0">
                <a:latin typeface="Times New Roman" panose="02020603050405020304" pitchFamily="18" charset="0"/>
                <a:cs typeface="Times New Roman" panose="02020603050405020304" pitchFamily="18" charset="0"/>
              </a:rPr>
              <a:t>      Dept. of ECE                    Dept. of ECE                    Dept. of ECE</a:t>
            </a:r>
          </a:p>
          <a:p>
            <a:pPr>
              <a:spcBef>
                <a:spcPct val="20000"/>
              </a:spcBef>
            </a:pPr>
            <a:endParaRPr lang="en-US" altLang="en-US" dirty="0">
              <a:latin typeface="Times New Roman" panose="02020603050405020304" pitchFamily="18" charset="0"/>
              <a:cs typeface="Times New Roman" panose="02020603050405020304" pitchFamily="18" charset="0"/>
            </a:endParaRPr>
          </a:p>
        </p:txBody>
      </p:sp>
      <p:sp>
        <p:nvSpPr>
          <p:cNvPr id="12" name="Subtitle 2">
            <a:extLst>
              <a:ext uri="{FF2B5EF4-FFF2-40B4-BE49-F238E27FC236}">
                <a16:creationId xmlns:a16="http://schemas.microsoft.com/office/drawing/2014/main" id="{1F426E8C-18B8-46D1-AF2F-39166A540D21}"/>
              </a:ext>
            </a:extLst>
          </p:cNvPr>
          <p:cNvSpPr txBox="1">
            <a:spLocks/>
          </p:cNvSpPr>
          <p:nvPr/>
        </p:nvSpPr>
        <p:spPr>
          <a:xfrm rot="10800000" flipV="1">
            <a:off x="2143108" y="3500438"/>
            <a:ext cx="4124186" cy="1317604"/>
          </a:xfrm>
          <a:prstGeom prst="rect">
            <a:avLst/>
          </a:prstGeom>
        </p:spPr>
        <p:txBody>
          <a:bodyPr anchor="ctr">
            <a:normAutofit fontScale="97500" lnSpcReduction="10000"/>
          </a:bodyPr>
          <a:lstStyle/>
          <a:p>
            <a:pPr algn="ctr" fontAlgn="auto">
              <a:spcBef>
                <a:spcPct val="20000"/>
              </a:spcBef>
              <a:spcAft>
                <a:spcPts val="0"/>
              </a:spcAft>
              <a:defRPr/>
            </a:pPr>
            <a:r>
              <a:rPr lang="en-US" sz="2000" dirty="0">
                <a:latin typeface="Times New Roman" pitchFamily="18" charset="0"/>
                <a:ea typeface="+mj-ea"/>
                <a:cs typeface="Times New Roman" pitchFamily="18" charset="0"/>
              </a:rPr>
              <a:t> Presented by </a:t>
            </a:r>
          </a:p>
          <a:p>
            <a:pPr algn="ctr" fontAlgn="auto">
              <a:spcBef>
                <a:spcPct val="20000"/>
              </a:spcBef>
              <a:spcAft>
                <a:spcPts val="0"/>
              </a:spcAft>
              <a:defRPr/>
            </a:pPr>
            <a:r>
              <a:rPr lang="en-US" sz="2000" b="1" dirty="0">
                <a:latin typeface="Times New Roman" pitchFamily="18" charset="0"/>
                <a:ea typeface="+mj-ea"/>
                <a:cs typeface="Times New Roman" pitchFamily="18" charset="0"/>
              </a:rPr>
              <a:t>       Name: </a:t>
            </a:r>
            <a:r>
              <a:rPr lang="en-US" sz="2000" dirty="0">
                <a:latin typeface="Times New Roman" pitchFamily="18" charset="0"/>
                <a:ea typeface="+mj-ea"/>
                <a:cs typeface="Times New Roman" pitchFamily="18" charset="0"/>
              </a:rPr>
              <a:t> </a:t>
            </a:r>
            <a:r>
              <a:rPr lang="en-US" sz="2000" b="1" dirty="0">
                <a:latin typeface="Times New Roman" pitchFamily="18" charset="0"/>
                <a:ea typeface="+mj-ea"/>
                <a:cs typeface="Times New Roman" pitchFamily="18" charset="0"/>
              </a:rPr>
              <a:t>Gajjala Akash Reddy </a:t>
            </a:r>
          </a:p>
          <a:p>
            <a:pPr algn="ctr" fontAlgn="auto">
              <a:spcBef>
                <a:spcPct val="20000"/>
              </a:spcBef>
              <a:spcAft>
                <a:spcPts val="0"/>
              </a:spcAft>
              <a:defRPr/>
            </a:pPr>
            <a:r>
              <a:rPr lang="en-US" sz="2000" b="1" dirty="0">
                <a:latin typeface="Times New Roman" pitchFamily="18" charset="0"/>
                <a:ea typeface="+mj-ea"/>
                <a:cs typeface="Times New Roman" pitchFamily="18" charset="0"/>
              </a:rPr>
              <a:t>Roll Number: B19EC080</a:t>
            </a:r>
            <a:br>
              <a:rPr lang="en-US" sz="2000" dirty="0">
                <a:latin typeface="Times New Roman" pitchFamily="18" charset="0"/>
                <a:ea typeface="+mj-ea"/>
                <a:cs typeface="Times New Roman" pitchFamily="18" charset="0"/>
              </a:rPr>
            </a:br>
            <a:r>
              <a:rPr lang="en-US" sz="2000" dirty="0">
                <a:latin typeface="Times New Roman" pitchFamily="18" charset="0"/>
                <a:ea typeface="+mj-ea"/>
                <a:cs typeface="Times New Roman" pitchFamily="18" charset="0"/>
              </a:rPr>
              <a:t> </a:t>
            </a:r>
          </a:p>
        </p:txBody>
      </p:sp>
      <p:cxnSp>
        <p:nvCxnSpPr>
          <p:cNvPr id="14" name="Straight Connector 13">
            <a:extLst>
              <a:ext uri="{FF2B5EF4-FFF2-40B4-BE49-F238E27FC236}">
                <a16:creationId xmlns:a16="http://schemas.microsoft.com/office/drawing/2014/main" id="{12859EBA-B9EA-4C6F-8F4A-8754A0798077}"/>
              </a:ext>
            </a:extLst>
          </p:cNvPr>
          <p:cNvCxnSpPr/>
          <p:nvPr/>
        </p:nvCxnSpPr>
        <p:spPr>
          <a:xfrm>
            <a:off x="1676400" y="990600"/>
            <a:ext cx="6934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6C9C060-9D14-4A23-9486-4FC867ADE4EF}"/>
              </a:ext>
            </a:extLst>
          </p:cNvPr>
          <p:cNvCxnSpPr/>
          <p:nvPr/>
        </p:nvCxnSpPr>
        <p:spPr>
          <a:xfrm>
            <a:off x="91220" y="4943842"/>
            <a:ext cx="8382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8152-4713-4772-AA9B-BE2C7E679B96}"/>
              </a:ext>
            </a:extLst>
          </p:cNvPr>
          <p:cNvSpPr>
            <a:spLocks noGrp="1"/>
          </p:cNvSpPr>
          <p:nvPr>
            <p:ph type="title"/>
          </p:nvPr>
        </p:nvSpPr>
        <p:spPr>
          <a:xfrm>
            <a:off x="457200" y="0"/>
            <a:ext cx="8229600" cy="639763"/>
          </a:xfrm>
        </p:spPr>
        <p:txBody>
          <a:bodyPr rtlCol="0">
            <a:normAutofit fontScale="90000"/>
          </a:bodyPr>
          <a:lstStyle/>
          <a:p>
            <a:pPr fontAlgn="auto">
              <a:spcAft>
                <a:spcPts val="0"/>
              </a:spcAft>
              <a:defRPr/>
            </a:pPr>
            <a:r>
              <a:rPr lang="en-US" sz="4000" b="1" u="sng" dirty="0">
                <a:latin typeface="Times New Roman" pitchFamily="18" charset="0"/>
                <a:cs typeface="Times New Roman" pitchFamily="18" charset="0"/>
              </a:rPr>
              <a:t>CONTENTS</a:t>
            </a:r>
          </a:p>
        </p:txBody>
      </p:sp>
      <p:sp>
        <p:nvSpPr>
          <p:cNvPr id="3" name="Content Placeholder 2">
            <a:extLst>
              <a:ext uri="{FF2B5EF4-FFF2-40B4-BE49-F238E27FC236}">
                <a16:creationId xmlns:a16="http://schemas.microsoft.com/office/drawing/2014/main" id="{3BA0A3D6-F495-49CB-86A5-E1AD08213618}"/>
              </a:ext>
            </a:extLst>
          </p:cNvPr>
          <p:cNvSpPr>
            <a:spLocks noGrp="1"/>
          </p:cNvSpPr>
          <p:nvPr>
            <p:ph idx="1"/>
          </p:nvPr>
        </p:nvSpPr>
        <p:spPr>
          <a:xfrm>
            <a:off x="190500" y="1196752"/>
            <a:ext cx="8763000" cy="4608512"/>
          </a:xfrm>
        </p:spPr>
        <p:style>
          <a:lnRef idx="1">
            <a:schemeClr val="dk1"/>
          </a:lnRef>
          <a:fillRef idx="1001">
            <a:schemeClr val="lt2"/>
          </a:fillRef>
          <a:effectRef idx="1">
            <a:schemeClr val="dk1"/>
          </a:effectRef>
          <a:fontRef idx="minor">
            <a:schemeClr val="dk1"/>
          </a:fontRef>
        </p:style>
        <p:txBody>
          <a:bodyPr rtlCol="0">
            <a:noAutofit/>
          </a:bodyPr>
          <a:lstStyle/>
          <a:p>
            <a:pPr marL="0" indent="0" algn="just" fontAlgn="auto">
              <a:spcAft>
                <a:spcPts val="0"/>
              </a:spcAft>
              <a:buNone/>
              <a:defRPr/>
            </a:pPr>
            <a:r>
              <a:rPr lang="en-US" sz="2600" dirty="0">
                <a:latin typeface="Times New Roman" pitchFamily="18" charset="0"/>
                <a:cs typeface="Times New Roman" pitchFamily="18" charset="0"/>
              </a:rPr>
              <a:t>*  ABSTRACT </a:t>
            </a:r>
          </a:p>
          <a:p>
            <a:pPr marL="0" indent="0" algn="just" fontAlgn="auto">
              <a:spcAft>
                <a:spcPts val="0"/>
              </a:spcAft>
              <a:buNone/>
              <a:defRPr/>
            </a:pPr>
            <a:r>
              <a:rPr lang="en-US" sz="2600" dirty="0">
                <a:latin typeface="Times New Roman" pitchFamily="18" charset="0"/>
                <a:cs typeface="Times New Roman" pitchFamily="18" charset="0"/>
              </a:rPr>
              <a:t>*  OVERVIEW &amp; BACKGROUND</a:t>
            </a:r>
          </a:p>
          <a:p>
            <a:pPr marL="0" indent="0" algn="just" fontAlgn="auto">
              <a:spcAft>
                <a:spcPts val="0"/>
              </a:spcAft>
              <a:buNone/>
              <a:defRPr/>
            </a:pPr>
            <a:r>
              <a:rPr lang="en-US" sz="2600" dirty="0">
                <a:latin typeface="Times New Roman" pitchFamily="18" charset="0"/>
                <a:cs typeface="Times New Roman" pitchFamily="18" charset="0"/>
              </a:rPr>
              <a:t>*  KEY TERMS </a:t>
            </a:r>
          </a:p>
          <a:p>
            <a:pPr marL="0" indent="0" algn="just" fontAlgn="auto">
              <a:spcAft>
                <a:spcPts val="0"/>
              </a:spcAft>
              <a:buNone/>
              <a:defRPr/>
            </a:pPr>
            <a:r>
              <a:rPr lang="en-US" sz="2600" dirty="0">
                <a:latin typeface="Times New Roman" pitchFamily="18" charset="0"/>
                <a:cs typeface="Times New Roman" pitchFamily="18" charset="0"/>
              </a:rPr>
              <a:t>*  OBJECTIVES </a:t>
            </a:r>
          </a:p>
          <a:p>
            <a:pPr marL="0" indent="0" algn="just" fontAlgn="auto">
              <a:spcAft>
                <a:spcPts val="0"/>
              </a:spcAft>
              <a:buNone/>
              <a:defRPr/>
            </a:pPr>
            <a:r>
              <a:rPr lang="en-US" sz="2600" dirty="0">
                <a:latin typeface="Times New Roman" pitchFamily="18" charset="0"/>
                <a:cs typeface="Times New Roman" pitchFamily="18" charset="0"/>
              </a:rPr>
              <a:t>*  BLOCK DIAGRAM </a:t>
            </a:r>
          </a:p>
          <a:p>
            <a:pPr marL="0" indent="0" algn="just" fontAlgn="auto">
              <a:spcAft>
                <a:spcPts val="0"/>
              </a:spcAft>
              <a:buNone/>
              <a:defRPr/>
            </a:pPr>
            <a:r>
              <a:rPr lang="en-US" sz="2600" dirty="0">
                <a:latin typeface="Times New Roman" pitchFamily="18" charset="0"/>
                <a:cs typeface="Times New Roman" pitchFamily="18" charset="0"/>
              </a:rPr>
              <a:t>*  APPLICATIONS</a:t>
            </a:r>
          </a:p>
          <a:p>
            <a:pPr marL="0" indent="0" algn="just" fontAlgn="auto">
              <a:spcAft>
                <a:spcPts val="0"/>
              </a:spcAft>
              <a:buNone/>
              <a:defRPr/>
            </a:pPr>
            <a:r>
              <a:rPr lang="en-US" sz="2600" dirty="0">
                <a:latin typeface="Times New Roman" pitchFamily="18" charset="0"/>
                <a:cs typeface="Times New Roman" pitchFamily="18" charset="0"/>
              </a:rPr>
              <a:t>*  ADVANTAGES &amp; DISADVANTAGES</a:t>
            </a:r>
          </a:p>
          <a:p>
            <a:pPr marL="0" indent="0" algn="just" fontAlgn="auto">
              <a:spcAft>
                <a:spcPts val="0"/>
              </a:spcAft>
              <a:buNone/>
              <a:defRPr/>
            </a:pPr>
            <a:r>
              <a:rPr lang="en-US" sz="2600" dirty="0">
                <a:latin typeface="Times New Roman" pitchFamily="18" charset="0"/>
                <a:cs typeface="Times New Roman" pitchFamily="18" charset="0"/>
              </a:rPr>
              <a:t>*  CONCLUSION</a:t>
            </a:r>
          </a:p>
        </p:txBody>
      </p:sp>
      <p:sp>
        <p:nvSpPr>
          <p:cNvPr id="3076" name="Date Placeholder 3">
            <a:extLst>
              <a:ext uri="{FF2B5EF4-FFF2-40B4-BE49-F238E27FC236}">
                <a16:creationId xmlns:a16="http://schemas.microsoft.com/office/drawing/2014/main" id="{CA8E8818-1E4E-4124-AF6B-9B6FCBCA92E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7C5FC4D-D1C2-4FF3-96F0-655611C992D0}" type="datetime5">
              <a:rPr lang="en-US" altLang="en-US" b="1">
                <a:latin typeface="Times New Roman" panose="02020603050405020304" pitchFamily="18" charset="0"/>
                <a:cs typeface="Times New Roman" panose="02020603050405020304" pitchFamily="18" charset="0"/>
              </a:rPr>
              <a:pPr fontAlgn="base">
                <a:spcBef>
                  <a:spcPct val="0"/>
                </a:spcBef>
                <a:spcAft>
                  <a:spcPct val="0"/>
                </a:spcAft>
              </a:pPr>
              <a:t>23-Oct-21</a:t>
            </a:fld>
            <a:endParaRPr lang="en-US" altLang="en-US" b="1">
              <a:latin typeface="Times New Roman" panose="02020603050405020304" pitchFamily="18" charset="0"/>
              <a:cs typeface="Times New Roman" panose="02020603050405020304" pitchFamily="18" charset="0"/>
            </a:endParaRPr>
          </a:p>
        </p:txBody>
      </p:sp>
      <p:sp>
        <p:nvSpPr>
          <p:cNvPr id="3077" name="Slide Number Placeholder 4">
            <a:extLst>
              <a:ext uri="{FF2B5EF4-FFF2-40B4-BE49-F238E27FC236}">
                <a16:creationId xmlns:a16="http://schemas.microsoft.com/office/drawing/2014/main" id="{7AFA1DEC-64F3-4837-BABD-07FB0D0AD7E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803FD91-6D32-4929-A0CE-47643503F09E}" type="slidenum">
              <a:rPr lang="en-US" altLang="en-US" b="1">
                <a:latin typeface="Times New Roman" panose="02020603050405020304" pitchFamily="18" charset="0"/>
                <a:cs typeface="Times New Roman" panose="02020603050405020304" pitchFamily="18" charset="0"/>
              </a:rPr>
              <a:pPr/>
              <a:t>2</a:t>
            </a:fld>
            <a:endParaRPr lang="en-US" altLang="en-US" b="1">
              <a:latin typeface="Times New Roman" panose="02020603050405020304" pitchFamily="18" charset="0"/>
              <a:cs typeface="Times New Roman" panose="02020603050405020304" pitchFamily="18" charset="0"/>
            </a:endParaRPr>
          </a:p>
        </p:txBody>
      </p:sp>
      <p:sp>
        <p:nvSpPr>
          <p:cNvPr id="3078" name="Footer Placeholder 5">
            <a:extLst>
              <a:ext uri="{FF2B5EF4-FFF2-40B4-BE49-F238E27FC236}">
                <a16:creationId xmlns:a16="http://schemas.microsoft.com/office/drawing/2014/main" id="{27A8B427-3DCD-4559-AF26-736590655ED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b="1">
                <a:latin typeface="Times New Roman" panose="02020603050405020304" pitchFamily="18" charset="0"/>
                <a:cs typeface="Times New Roman" panose="02020603050405020304" pitchFamily="18" charset="0"/>
              </a:rPr>
              <a:t>Dept. of ECE, KITSW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6FEC7-EE73-4039-9F28-16A364A94CE1}"/>
              </a:ext>
            </a:extLst>
          </p:cNvPr>
          <p:cNvSpPr>
            <a:spLocks noGrp="1"/>
          </p:cNvSpPr>
          <p:nvPr>
            <p:ph type="title"/>
          </p:nvPr>
        </p:nvSpPr>
        <p:spPr>
          <a:xfrm>
            <a:off x="457200" y="0"/>
            <a:ext cx="8229600" cy="1556792"/>
          </a:xfrm>
        </p:spPr>
        <p:txBody>
          <a:bodyPr rtlCol="0">
            <a:normAutofit fontScale="90000"/>
          </a:bodyPr>
          <a:lstStyle/>
          <a:p>
            <a:pPr fontAlgn="auto">
              <a:spcAft>
                <a:spcPts val="0"/>
              </a:spcAft>
              <a:defRPr/>
            </a:pPr>
            <a:br>
              <a:rPr lang="en-US" sz="3800" b="1" u="sng" dirty="0">
                <a:latin typeface="Times New Roman" pitchFamily="18" charset="0"/>
                <a:cs typeface="Times New Roman" pitchFamily="18" charset="0"/>
              </a:rPr>
            </a:br>
            <a:r>
              <a:rPr lang="en-US" sz="3800" b="1" u="sng" dirty="0">
                <a:latin typeface="Times New Roman" pitchFamily="18" charset="0"/>
                <a:cs typeface="Times New Roman" pitchFamily="18" charset="0"/>
              </a:rPr>
              <a:t>ABSTRACT</a:t>
            </a:r>
            <a:br>
              <a:rPr lang="en-US" dirty="0">
                <a:latin typeface="Times New Roman" pitchFamily="18" charset="0"/>
                <a:cs typeface="Times New Roman" pitchFamily="18" charset="0"/>
              </a:rPr>
            </a:br>
            <a:endParaRPr lang="en-US" dirty="0"/>
          </a:p>
        </p:txBody>
      </p:sp>
      <p:sp>
        <p:nvSpPr>
          <p:cNvPr id="3" name="Content Placeholder 2">
            <a:extLst>
              <a:ext uri="{FF2B5EF4-FFF2-40B4-BE49-F238E27FC236}">
                <a16:creationId xmlns:a16="http://schemas.microsoft.com/office/drawing/2014/main" id="{82BA7ACB-3184-409B-B8AC-68460C1DFDA9}"/>
              </a:ext>
            </a:extLst>
          </p:cNvPr>
          <p:cNvSpPr>
            <a:spLocks noGrp="1"/>
          </p:cNvSpPr>
          <p:nvPr>
            <p:ph idx="1"/>
          </p:nvPr>
        </p:nvSpPr>
        <p:spPr>
          <a:xfrm>
            <a:off x="647564" y="1556792"/>
            <a:ext cx="7848872" cy="3960440"/>
          </a:xfrm>
        </p:spPr>
        <p:style>
          <a:lnRef idx="1">
            <a:schemeClr val="dk1"/>
          </a:lnRef>
          <a:fillRef idx="1001">
            <a:schemeClr val="lt2"/>
          </a:fillRef>
          <a:effectRef idx="1">
            <a:schemeClr val="dk1"/>
          </a:effectRef>
          <a:fontRef idx="minor">
            <a:schemeClr val="dk1"/>
          </a:fontRef>
        </p:style>
        <p:txBody>
          <a:bodyPr rtlCol="0">
            <a:normAutofit/>
          </a:bodyPr>
          <a:lstStyle/>
          <a:p>
            <a:pPr marL="0" indent="0" fontAlgn="auto">
              <a:spcAft>
                <a:spcPts val="0"/>
              </a:spcAft>
              <a:buNone/>
              <a:defRPr/>
            </a:pPr>
            <a:r>
              <a:rPr lang="en-US" sz="2400" dirty="0">
                <a:latin typeface="Times New Roman" pitchFamily="18" charset="0"/>
                <a:cs typeface="Times New Roman" pitchFamily="18" charset="0"/>
              </a:rPr>
              <a:t>      Speech Recognisation the most important application of Artificial Intelligence  in which people interact with Roberts and computer as they are humans. Speech and gestures  are the most natural ways for humans to communicate with other. </a:t>
            </a:r>
          </a:p>
          <a:p>
            <a:pPr marL="0" indent="0" fontAlgn="auto">
              <a:spcAft>
                <a:spcPts val="0"/>
              </a:spcAft>
              <a:buNone/>
              <a:defRPr/>
            </a:pPr>
            <a:r>
              <a:rPr lang="en-US" sz="2400" dirty="0">
                <a:latin typeface="Times New Roman" pitchFamily="18" charset="0"/>
                <a:cs typeface="Times New Roman" pitchFamily="18" charset="0"/>
              </a:rPr>
              <a:t>      It entails recording and digitalize sound waves and converts spoken speech into alphanumeric text and navigation instruction it may be stated that speech recognisation benefits its user and assists them in performance their everyday regular duties in a more convenient and productive manner.</a:t>
            </a:r>
          </a:p>
        </p:txBody>
      </p:sp>
      <p:sp>
        <p:nvSpPr>
          <p:cNvPr id="4100" name="Date Placeholder 3">
            <a:extLst>
              <a:ext uri="{FF2B5EF4-FFF2-40B4-BE49-F238E27FC236}">
                <a16:creationId xmlns:a16="http://schemas.microsoft.com/office/drawing/2014/main" id="{F2DB3DDF-0E94-43EF-B7F6-BDECF329574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407D5625-2C33-4868-A3A5-925F65646CC9}" type="datetime5">
              <a:rPr lang="en-US" altLang="en-US" b="1">
                <a:latin typeface="Times New Roman" panose="02020603050405020304" pitchFamily="18" charset="0"/>
                <a:cs typeface="Times New Roman" panose="02020603050405020304" pitchFamily="18" charset="0"/>
              </a:rPr>
              <a:pPr fontAlgn="base">
                <a:spcBef>
                  <a:spcPct val="0"/>
                </a:spcBef>
                <a:spcAft>
                  <a:spcPct val="0"/>
                </a:spcAft>
              </a:pPr>
              <a:t>23-Oct-21</a:t>
            </a:fld>
            <a:endParaRPr lang="en-US" altLang="en-US" b="1">
              <a:latin typeface="Times New Roman" panose="02020603050405020304" pitchFamily="18" charset="0"/>
              <a:cs typeface="Times New Roman" panose="02020603050405020304" pitchFamily="18" charset="0"/>
            </a:endParaRPr>
          </a:p>
        </p:txBody>
      </p:sp>
      <p:sp>
        <p:nvSpPr>
          <p:cNvPr id="4101" name="Slide Number Placeholder 4">
            <a:extLst>
              <a:ext uri="{FF2B5EF4-FFF2-40B4-BE49-F238E27FC236}">
                <a16:creationId xmlns:a16="http://schemas.microsoft.com/office/drawing/2014/main" id="{030A5AD1-BBCB-4517-ABAF-506F89D816B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08E133D-4879-4D80-AC05-F051E87162F4}" type="slidenum">
              <a:rPr lang="en-US" altLang="en-US" b="1">
                <a:latin typeface="Times New Roman" panose="02020603050405020304" pitchFamily="18" charset="0"/>
                <a:cs typeface="Times New Roman" panose="02020603050405020304" pitchFamily="18" charset="0"/>
              </a:rPr>
              <a:pPr/>
              <a:t>3</a:t>
            </a:fld>
            <a:endParaRPr lang="en-US" altLang="en-US" b="1">
              <a:latin typeface="Times New Roman" panose="02020603050405020304" pitchFamily="18" charset="0"/>
              <a:cs typeface="Times New Roman" panose="02020603050405020304" pitchFamily="18" charset="0"/>
            </a:endParaRPr>
          </a:p>
        </p:txBody>
      </p:sp>
      <p:sp>
        <p:nvSpPr>
          <p:cNvPr id="4102" name="Footer Placeholder 5">
            <a:extLst>
              <a:ext uri="{FF2B5EF4-FFF2-40B4-BE49-F238E27FC236}">
                <a16:creationId xmlns:a16="http://schemas.microsoft.com/office/drawing/2014/main" id="{B925EFDB-1540-4372-8662-8B7F8F7A3CC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b="1">
                <a:latin typeface="Times New Roman" panose="02020603050405020304" pitchFamily="18" charset="0"/>
                <a:cs typeface="Times New Roman" panose="02020603050405020304" pitchFamily="18" charset="0"/>
              </a:rPr>
              <a:t>Dept. of ECE, KITSW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587FE-D8E8-4E45-AA17-D6320D84896F}"/>
              </a:ext>
            </a:extLst>
          </p:cNvPr>
          <p:cNvSpPr>
            <a:spLocks noGrp="1"/>
          </p:cNvSpPr>
          <p:nvPr>
            <p:ph type="title"/>
          </p:nvPr>
        </p:nvSpPr>
        <p:spPr>
          <a:xfrm>
            <a:off x="457200" y="0"/>
            <a:ext cx="8229600" cy="1988840"/>
          </a:xfrm>
        </p:spPr>
        <p:txBody>
          <a:bodyPr rtlCol="0">
            <a:normAutofit/>
          </a:bodyPr>
          <a:lstStyle/>
          <a:p>
            <a:pPr fontAlgn="auto">
              <a:spcAft>
                <a:spcPts val="0"/>
              </a:spcAft>
              <a:defRPr/>
            </a:pPr>
            <a:r>
              <a:rPr lang="en-US" sz="4000" b="1" u="sng" dirty="0">
                <a:latin typeface="Times New Roman" pitchFamily="18" charset="0"/>
                <a:cs typeface="Times New Roman" pitchFamily="18" charset="0"/>
              </a:rPr>
              <a:t>OVERVIEW</a:t>
            </a:r>
            <a:r>
              <a:rPr lang="en-US" sz="3800" b="1" u="sng" dirty="0">
                <a:latin typeface="Times New Roman" pitchFamily="18" charset="0"/>
                <a:cs typeface="Times New Roman" pitchFamily="18" charset="0"/>
              </a:rPr>
              <a:t> &amp; BACKGROUND</a:t>
            </a:r>
            <a:br>
              <a:rPr lang="en-US" dirty="0">
                <a:latin typeface="Times New Roman" pitchFamily="18" charset="0"/>
                <a:cs typeface="Times New Roman" pitchFamily="18" charset="0"/>
              </a:rPr>
            </a:br>
            <a:endParaRPr lang="en-US" dirty="0"/>
          </a:p>
        </p:txBody>
      </p:sp>
      <p:sp>
        <p:nvSpPr>
          <p:cNvPr id="3" name="Content Placeholder 2">
            <a:extLst>
              <a:ext uri="{FF2B5EF4-FFF2-40B4-BE49-F238E27FC236}">
                <a16:creationId xmlns:a16="http://schemas.microsoft.com/office/drawing/2014/main" id="{E13064AF-39DA-499D-8A8F-9C94F8E54D34}"/>
              </a:ext>
            </a:extLst>
          </p:cNvPr>
          <p:cNvSpPr>
            <a:spLocks noGrp="1"/>
          </p:cNvSpPr>
          <p:nvPr>
            <p:ph idx="1"/>
          </p:nvPr>
        </p:nvSpPr>
        <p:spPr>
          <a:xfrm>
            <a:off x="827584" y="1484784"/>
            <a:ext cx="7402016" cy="5373216"/>
          </a:xfrm>
        </p:spPr>
        <p:style>
          <a:lnRef idx="1">
            <a:schemeClr val="dk1"/>
          </a:lnRef>
          <a:fillRef idx="1001">
            <a:schemeClr val="lt2"/>
          </a:fillRef>
          <a:effectRef idx="1">
            <a:schemeClr val="dk1"/>
          </a:effectRef>
          <a:fontRef idx="minor">
            <a:schemeClr val="dk1"/>
          </a:fontRef>
        </p:style>
        <p:txBody>
          <a:bodyPr rtlCol="0">
            <a:normAutofit/>
          </a:bodyPr>
          <a:lstStyle/>
          <a:p>
            <a:pPr fontAlgn="auto">
              <a:spcAft>
                <a:spcPts val="0"/>
              </a:spcAft>
              <a:defRPr/>
            </a:pPr>
            <a:r>
              <a:rPr lang="en-US" sz="2400" dirty="0">
                <a:latin typeface="Times New Roman" pitchFamily="18" charset="0"/>
                <a:cs typeface="Times New Roman" pitchFamily="18" charset="0"/>
              </a:rPr>
              <a:t>Artificial intelligence for speech recognisation is to convert speech into a sequence of words by a computer program . Some of these applications include voice dialing ,call routing.</a:t>
            </a:r>
          </a:p>
          <a:p>
            <a:pPr fontAlgn="auto">
              <a:spcAft>
                <a:spcPts val="0"/>
              </a:spcAft>
              <a:defRPr/>
            </a:pPr>
            <a:r>
              <a:rPr lang="en-US" sz="2400" dirty="0">
                <a:latin typeface="Times New Roman" pitchFamily="18" charset="0"/>
                <a:cs typeface="Times New Roman" pitchFamily="18" charset="0"/>
              </a:rPr>
              <a:t>As the most naturally communication modality for humans, the ultimate dream of speech recognisation is to enable people to communicate more naturally and effectively.</a:t>
            </a:r>
          </a:p>
          <a:p>
            <a:pPr fontAlgn="auto">
              <a:spcAft>
                <a:spcPts val="0"/>
              </a:spcAft>
              <a:defRPr/>
            </a:pPr>
            <a:r>
              <a:rPr lang="en-US" sz="2400" dirty="0">
                <a:latin typeface="Times New Roman" pitchFamily="18" charset="0"/>
                <a:cs typeface="Times New Roman" pitchFamily="18" charset="0"/>
              </a:rPr>
              <a:t>The first speech recognisation system was focused  on numbers, not </a:t>
            </a:r>
            <a:r>
              <a:rPr lang="en-US" sz="2400" dirty="0" err="1">
                <a:latin typeface="Times New Roman" pitchFamily="18" charset="0"/>
                <a:cs typeface="Times New Roman" pitchFamily="18" charset="0"/>
              </a:rPr>
              <a:t>words.In</a:t>
            </a:r>
            <a:r>
              <a:rPr lang="en-US" sz="2400" dirty="0">
                <a:latin typeface="Times New Roman" pitchFamily="18" charset="0"/>
                <a:cs typeface="Times New Roman" pitchFamily="18" charset="0"/>
              </a:rPr>
              <a:t> 1952,  Bell Laboratories designed ‘Audrey’ system which would recognize a single voice speaking digits aloud.</a:t>
            </a:r>
          </a:p>
          <a:p>
            <a:pPr fontAlgn="auto">
              <a:spcAft>
                <a:spcPts val="0"/>
              </a:spcAft>
              <a:defRPr/>
            </a:pPr>
            <a:endParaRPr lang="en-US" sz="2400" dirty="0">
              <a:latin typeface="Times New Roman" pitchFamily="18" charset="0"/>
              <a:cs typeface="Times New Roman" pitchFamily="18" charset="0"/>
            </a:endParaRPr>
          </a:p>
        </p:txBody>
      </p:sp>
      <p:sp>
        <p:nvSpPr>
          <p:cNvPr id="5124" name="Date Placeholder 3">
            <a:extLst>
              <a:ext uri="{FF2B5EF4-FFF2-40B4-BE49-F238E27FC236}">
                <a16:creationId xmlns:a16="http://schemas.microsoft.com/office/drawing/2014/main" id="{BF071BC6-8B0F-4EF4-8E83-3FBA6833110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6B85F17A-0B53-4FB5-85F5-4A2367784D67}" type="datetime5">
              <a:rPr lang="en-US" altLang="en-US" b="1">
                <a:latin typeface="Times New Roman" panose="02020603050405020304" pitchFamily="18" charset="0"/>
                <a:cs typeface="Times New Roman" panose="02020603050405020304" pitchFamily="18" charset="0"/>
              </a:rPr>
              <a:pPr fontAlgn="base">
                <a:spcBef>
                  <a:spcPct val="0"/>
                </a:spcBef>
                <a:spcAft>
                  <a:spcPct val="0"/>
                </a:spcAft>
              </a:pPr>
              <a:t>23-Oct-21</a:t>
            </a:fld>
            <a:endParaRPr lang="en-US" altLang="en-US" b="1">
              <a:latin typeface="Times New Roman" panose="02020603050405020304" pitchFamily="18" charset="0"/>
              <a:cs typeface="Times New Roman" panose="02020603050405020304" pitchFamily="18" charset="0"/>
            </a:endParaRPr>
          </a:p>
        </p:txBody>
      </p:sp>
      <p:sp>
        <p:nvSpPr>
          <p:cNvPr id="5125" name="Slide Number Placeholder 4">
            <a:extLst>
              <a:ext uri="{FF2B5EF4-FFF2-40B4-BE49-F238E27FC236}">
                <a16:creationId xmlns:a16="http://schemas.microsoft.com/office/drawing/2014/main" id="{41F494D9-3757-4943-813D-5678F80DBF2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32F0867-4911-4513-A9AC-B9029FBA7C01}" type="slidenum">
              <a:rPr lang="en-US" altLang="en-US" b="1"/>
              <a:pPr/>
              <a:t>4</a:t>
            </a:fld>
            <a:endParaRPr lang="en-US" altLang="en-US" b="1"/>
          </a:p>
        </p:txBody>
      </p:sp>
      <p:sp>
        <p:nvSpPr>
          <p:cNvPr id="5126" name="Footer Placeholder 5">
            <a:extLst>
              <a:ext uri="{FF2B5EF4-FFF2-40B4-BE49-F238E27FC236}">
                <a16:creationId xmlns:a16="http://schemas.microsoft.com/office/drawing/2014/main" id="{9F7DA6D2-D6CF-42CA-8C0D-B04E002E1B6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b="1">
                <a:latin typeface="Times New Roman" panose="02020603050405020304" pitchFamily="18" charset="0"/>
                <a:cs typeface="Times New Roman" panose="02020603050405020304" pitchFamily="18" charset="0"/>
              </a:rPr>
              <a:t>Dept. of ECE, KITSW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2ACF3-E950-4BFF-871A-FDFA417AC9C9}"/>
              </a:ext>
            </a:extLst>
          </p:cNvPr>
          <p:cNvSpPr>
            <a:spLocks noGrp="1"/>
          </p:cNvSpPr>
          <p:nvPr>
            <p:ph type="title"/>
          </p:nvPr>
        </p:nvSpPr>
        <p:spPr>
          <a:xfrm>
            <a:off x="0" y="0"/>
            <a:ext cx="9372600" cy="1143000"/>
          </a:xfrm>
        </p:spPr>
        <p:txBody>
          <a:bodyPr rtlCol="0">
            <a:normAutofit fontScale="90000"/>
          </a:bodyPr>
          <a:lstStyle/>
          <a:p>
            <a:pPr fontAlgn="auto">
              <a:spcAft>
                <a:spcPts val="0"/>
              </a:spcAft>
              <a:defRPr/>
            </a:pPr>
            <a:r>
              <a:rPr lang="en-US" sz="3300" b="1" u="sng" dirty="0">
                <a:latin typeface="Times New Roman" pitchFamily="18" charset="0"/>
                <a:cs typeface="Times New Roman" pitchFamily="18" charset="0"/>
              </a:rPr>
              <a:t>KEY TERMS </a:t>
            </a:r>
            <a:br>
              <a:rPr lang="en-US" dirty="0">
                <a:latin typeface="Times New Roman" pitchFamily="18" charset="0"/>
                <a:cs typeface="Times New Roman" pitchFamily="18" charset="0"/>
              </a:rPr>
            </a:br>
            <a:endParaRPr lang="en-US" dirty="0"/>
          </a:p>
        </p:txBody>
      </p:sp>
      <p:sp>
        <p:nvSpPr>
          <p:cNvPr id="3" name="Content Placeholder 2">
            <a:extLst>
              <a:ext uri="{FF2B5EF4-FFF2-40B4-BE49-F238E27FC236}">
                <a16:creationId xmlns:a16="http://schemas.microsoft.com/office/drawing/2014/main" id="{5ADF1857-F4EA-4A5E-B313-3225D7EA6560}"/>
              </a:ext>
            </a:extLst>
          </p:cNvPr>
          <p:cNvSpPr>
            <a:spLocks noGrp="1"/>
          </p:cNvSpPr>
          <p:nvPr>
            <p:ph idx="1"/>
          </p:nvPr>
        </p:nvSpPr>
        <p:spPr>
          <a:xfrm>
            <a:off x="457200" y="1056491"/>
            <a:ext cx="8229600" cy="5299859"/>
          </a:xfrm>
        </p:spPr>
        <p:style>
          <a:lnRef idx="1">
            <a:schemeClr val="dk1"/>
          </a:lnRef>
          <a:fillRef idx="1001">
            <a:schemeClr val="lt2"/>
          </a:fillRef>
          <a:effectRef idx="1">
            <a:schemeClr val="dk1"/>
          </a:effectRef>
          <a:fontRef idx="minor">
            <a:schemeClr val="dk1"/>
          </a:fontRef>
        </p:style>
        <p:txBody>
          <a:bodyPr rtlCol="0">
            <a:normAutofit/>
          </a:bodyPr>
          <a:lstStyle/>
          <a:p>
            <a:pPr fontAlgn="auto">
              <a:spcAft>
                <a:spcPts val="0"/>
              </a:spcAft>
              <a:defRPr/>
            </a:pPr>
            <a:r>
              <a:rPr lang="en-US" sz="2800" dirty="0">
                <a:latin typeface="Times New Roman" pitchFamily="18" charset="0"/>
                <a:cs typeface="Times New Roman" pitchFamily="18" charset="0"/>
              </a:rPr>
              <a:t>AUTOMATIC SPEECH RECOGNISATION : It is the technology that allows human beings to use their voices to speak with computer.</a:t>
            </a:r>
          </a:p>
          <a:p>
            <a:pPr marL="0" indent="0" fontAlgn="auto">
              <a:spcAft>
                <a:spcPts val="0"/>
              </a:spcAft>
              <a:buNone/>
              <a:defRPr/>
            </a:pPr>
            <a:endParaRPr lang="en-US" sz="2800" dirty="0">
              <a:latin typeface="Times New Roman" pitchFamily="18" charset="0"/>
              <a:cs typeface="Times New Roman" pitchFamily="18" charset="0"/>
            </a:endParaRPr>
          </a:p>
          <a:p>
            <a:pPr fontAlgn="auto">
              <a:spcAft>
                <a:spcPts val="0"/>
              </a:spcAft>
              <a:defRPr/>
            </a:pPr>
            <a:r>
              <a:rPr lang="en-US" sz="2800" dirty="0">
                <a:latin typeface="Times New Roman" pitchFamily="18" charset="0"/>
                <a:cs typeface="Times New Roman" pitchFamily="18" charset="0"/>
              </a:rPr>
              <a:t>HUMAN COMPUTER INTERACTION : It focuses on the interface between humans and computers.</a:t>
            </a:r>
          </a:p>
          <a:p>
            <a:pPr fontAlgn="auto">
              <a:spcAft>
                <a:spcPts val="0"/>
              </a:spcAft>
              <a:defRPr/>
            </a:pPr>
            <a:endParaRPr lang="en-US" sz="2800" dirty="0">
              <a:latin typeface="Times New Roman" pitchFamily="18" charset="0"/>
              <a:cs typeface="Times New Roman" pitchFamily="18" charset="0"/>
            </a:endParaRPr>
          </a:p>
          <a:p>
            <a:pPr fontAlgn="auto">
              <a:spcAft>
                <a:spcPts val="0"/>
              </a:spcAft>
              <a:defRPr/>
            </a:pPr>
            <a:r>
              <a:rPr lang="en-US" sz="2800" dirty="0">
                <a:latin typeface="Times New Roman" pitchFamily="18" charset="0"/>
                <a:cs typeface="Times New Roman" pitchFamily="18" charset="0"/>
              </a:rPr>
              <a:t>ARTIFICIAL INTELLEGENCE : It is the stimulation of human Intelligence processes by machines, especially computer systems.</a:t>
            </a:r>
          </a:p>
          <a:p>
            <a:pPr fontAlgn="auto">
              <a:spcAft>
                <a:spcPts val="0"/>
              </a:spcAft>
              <a:defRPr/>
            </a:pPr>
            <a:endParaRPr lang="en-US" sz="2800" dirty="0">
              <a:latin typeface="Times New Roman" pitchFamily="18" charset="0"/>
              <a:cs typeface="Times New Roman" pitchFamily="18" charset="0"/>
            </a:endParaRPr>
          </a:p>
        </p:txBody>
      </p:sp>
      <p:sp>
        <p:nvSpPr>
          <p:cNvPr id="6148" name="Date Placeholder 3">
            <a:extLst>
              <a:ext uri="{FF2B5EF4-FFF2-40B4-BE49-F238E27FC236}">
                <a16:creationId xmlns:a16="http://schemas.microsoft.com/office/drawing/2014/main" id="{DE9B197E-879B-4A43-A520-0CAB64B6AE9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36F1253-8E36-49C6-96D3-341AF9A04F8F}" type="datetime5">
              <a:rPr lang="en-US" altLang="en-US">
                <a:latin typeface="Times New Roman" panose="02020603050405020304" pitchFamily="18" charset="0"/>
                <a:cs typeface="Times New Roman" panose="02020603050405020304" pitchFamily="18" charset="0"/>
              </a:rPr>
              <a:pPr fontAlgn="base">
                <a:spcBef>
                  <a:spcPct val="0"/>
                </a:spcBef>
                <a:spcAft>
                  <a:spcPct val="0"/>
                </a:spcAft>
              </a:pPr>
              <a:t>23-Oct-21</a:t>
            </a:fld>
            <a:endParaRPr lang="en-US" altLang="en-US">
              <a:latin typeface="Times New Roman" panose="02020603050405020304" pitchFamily="18" charset="0"/>
              <a:cs typeface="Times New Roman" panose="02020603050405020304" pitchFamily="18" charset="0"/>
            </a:endParaRPr>
          </a:p>
        </p:txBody>
      </p:sp>
      <p:sp>
        <p:nvSpPr>
          <p:cNvPr id="6149" name="Slide Number Placeholder 4">
            <a:extLst>
              <a:ext uri="{FF2B5EF4-FFF2-40B4-BE49-F238E27FC236}">
                <a16:creationId xmlns:a16="http://schemas.microsoft.com/office/drawing/2014/main" id="{91873282-9999-4C34-B4A1-F6778B661FF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F163519-5ED1-4C1E-8B8C-09753773963A}" type="slidenum">
              <a:rPr lang="en-US" altLang="en-US"/>
              <a:pPr/>
              <a:t>5</a:t>
            </a:fld>
            <a:endParaRPr lang="en-US" altLang="en-US"/>
          </a:p>
        </p:txBody>
      </p:sp>
      <p:sp>
        <p:nvSpPr>
          <p:cNvPr id="6150" name="Footer Placeholder 5">
            <a:extLst>
              <a:ext uri="{FF2B5EF4-FFF2-40B4-BE49-F238E27FC236}">
                <a16:creationId xmlns:a16="http://schemas.microsoft.com/office/drawing/2014/main" id="{75943B94-CB12-4D3E-9030-27185D3F37F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a:latin typeface="Times New Roman" panose="02020603050405020304" pitchFamily="18" charset="0"/>
                <a:cs typeface="Times New Roman" panose="02020603050405020304" pitchFamily="18" charset="0"/>
              </a:rPr>
              <a:t>Dept. of ECE, KITSW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4BC7C-CE4E-42D3-9BE6-D91EABE4E843}"/>
              </a:ext>
            </a:extLst>
          </p:cNvPr>
          <p:cNvSpPr>
            <a:spLocks noGrp="1"/>
          </p:cNvSpPr>
          <p:nvPr>
            <p:ph type="title"/>
          </p:nvPr>
        </p:nvSpPr>
        <p:spPr>
          <a:xfrm>
            <a:off x="381000" y="244475"/>
            <a:ext cx="8305800" cy="1888381"/>
          </a:xfrm>
        </p:spPr>
        <p:txBody>
          <a:bodyPr rtlCol="0">
            <a:normAutofit/>
          </a:bodyPr>
          <a:lstStyle/>
          <a:p>
            <a:pPr fontAlgn="auto">
              <a:spcAft>
                <a:spcPts val="0"/>
              </a:spcAft>
              <a:defRPr/>
            </a:pPr>
            <a:r>
              <a:rPr lang="en-US" sz="3100" b="1" u="sng" dirty="0">
                <a:latin typeface="Times New Roman" pitchFamily="18" charset="0"/>
                <a:cs typeface="Times New Roman" pitchFamily="18" charset="0"/>
              </a:rPr>
              <a:t>OBJECTIVE</a:t>
            </a:r>
            <a:br>
              <a:rPr lang="en-US" dirty="0">
                <a:latin typeface="Times New Roman" pitchFamily="18" charset="0"/>
                <a:cs typeface="Times New Roman" pitchFamily="18" charset="0"/>
              </a:rPr>
            </a:br>
            <a:endParaRPr lang="en-US" dirty="0"/>
          </a:p>
        </p:txBody>
      </p:sp>
      <p:sp>
        <p:nvSpPr>
          <p:cNvPr id="3" name="Content Placeholder 2">
            <a:extLst>
              <a:ext uri="{FF2B5EF4-FFF2-40B4-BE49-F238E27FC236}">
                <a16:creationId xmlns:a16="http://schemas.microsoft.com/office/drawing/2014/main" id="{646C7F9C-8BD8-4E79-9A8B-4A51620A2197}"/>
              </a:ext>
            </a:extLst>
          </p:cNvPr>
          <p:cNvSpPr>
            <a:spLocks noGrp="1"/>
          </p:cNvSpPr>
          <p:nvPr>
            <p:ph idx="1"/>
          </p:nvPr>
        </p:nvSpPr>
        <p:spPr>
          <a:xfrm>
            <a:off x="539552" y="1628799"/>
            <a:ext cx="8147248" cy="4681365"/>
          </a:xfrm>
        </p:spPr>
        <p:style>
          <a:lnRef idx="1">
            <a:schemeClr val="dk1"/>
          </a:lnRef>
          <a:fillRef idx="1001">
            <a:schemeClr val="lt2"/>
          </a:fillRef>
          <a:effectRef idx="1">
            <a:schemeClr val="dk1"/>
          </a:effectRef>
          <a:fontRef idx="minor">
            <a:schemeClr val="dk1"/>
          </a:fontRef>
        </p:style>
        <p:txBody>
          <a:bodyPr rtlCol="0">
            <a:normAutofit/>
          </a:bodyPr>
          <a:lstStyle/>
          <a:p>
            <a:pPr fontAlgn="auto">
              <a:spcAft>
                <a:spcPts val="0"/>
              </a:spcAft>
              <a:defRPr/>
            </a:pPr>
            <a:r>
              <a:rPr lang="en-US" sz="2800" dirty="0">
                <a:latin typeface="Times New Roman" pitchFamily="18" charset="0"/>
                <a:cs typeface="Times New Roman" pitchFamily="18" charset="0"/>
              </a:rPr>
              <a:t>Speech recognition, the ability of devices to respond to spoken commands. Speech recognition enables hands-free control of various devices and equipment (a particular boon to many disabled persons), provides input to automatic translation, and creates print-ready dictation.</a:t>
            </a:r>
          </a:p>
        </p:txBody>
      </p:sp>
      <p:sp>
        <p:nvSpPr>
          <p:cNvPr id="8196" name="Date Placeholder 3">
            <a:extLst>
              <a:ext uri="{FF2B5EF4-FFF2-40B4-BE49-F238E27FC236}">
                <a16:creationId xmlns:a16="http://schemas.microsoft.com/office/drawing/2014/main" id="{014905DD-FDEE-4E4D-8837-47496D975FD1}"/>
              </a:ext>
            </a:extLst>
          </p:cNvPr>
          <p:cNvSpPr>
            <a:spLocks noGrp="1"/>
          </p:cNvSpPr>
          <p:nvPr>
            <p:ph type="dt" sz="quarter" idx="10"/>
          </p:nvPr>
        </p:nvSpPr>
        <p:spPr bwMode="auto">
          <a:xfrm>
            <a:off x="381000" y="62484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26CF41F-EC61-45F4-B924-9AD065336A8A}" type="datetime5">
              <a:rPr lang="en-US" altLang="en-US" b="1">
                <a:latin typeface="Times New Roman" panose="02020603050405020304" pitchFamily="18" charset="0"/>
                <a:cs typeface="Times New Roman" panose="02020603050405020304" pitchFamily="18" charset="0"/>
              </a:rPr>
              <a:pPr fontAlgn="base">
                <a:spcBef>
                  <a:spcPct val="0"/>
                </a:spcBef>
                <a:spcAft>
                  <a:spcPct val="0"/>
                </a:spcAft>
              </a:pPr>
              <a:t>23-Oct-21</a:t>
            </a:fld>
            <a:endParaRPr lang="en-US" altLang="en-US" b="1">
              <a:latin typeface="Times New Roman" panose="02020603050405020304" pitchFamily="18" charset="0"/>
              <a:cs typeface="Times New Roman" panose="02020603050405020304" pitchFamily="18" charset="0"/>
            </a:endParaRPr>
          </a:p>
        </p:txBody>
      </p:sp>
      <p:sp>
        <p:nvSpPr>
          <p:cNvPr id="8197" name="Slide Number Placeholder 4">
            <a:extLst>
              <a:ext uri="{FF2B5EF4-FFF2-40B4-BE49-F238E27FC236}">
                <a16:creationId xmlns:a16="http://schemas.microsoft.com/office/drawing/2014/main" id="{1CADB4D7-D0AC-43F2-8811-45B69209DD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8F2055B-2A9A-47C2-8097-4D5F1D9CD451}" type="slidenum">
              <a:rPr lang="en-US" altLang="en-US" b="1"/>
              <a:pPr/>
              <a:t>6</a:t>
            </a:fld>
            <a:endParaRPr lang="en-US" altLang="en-US" b="1"/>
          </a:p>
        </p:txBody>
      </p:sp>
      <p:sp>
        <p:nvSpPr>
          <p:cNvPr id="8198" name="Footer Placeholder 5">
            <a:extLst>
              <a:ext uri="{FF2B5EF4-FFF2-40B4-BE49-F238E27FC236}">
                <a16:creationId xmlns:a16="http://schemas.microsoft.com/office/drawing/2014/main" id="{C30DFFA6-F100-4002-9677-89FEDE5206D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b="1">
                <a:latin typeface="Times New Roman" panose="02020603050405020304" pitchFamily="18" charset="0"/>
                <a:cs typeface="Times New Roman" panose="02020603050405020304" pitchFamily="18" charset="0"/>
              </a:rPr>
              <a:t>Dept. of ECE, KITSW</a:t>
            </a:r>
          </a:p>
        </p:txBody>
      </p:sp>
      <p:pic>
        <p:nvPicPr>
          <p:cNvPr id="4" name="Picture 3">
            <a:extLst>
              <a:ext uri="{FF2B5EF4-FFF2-40B4-BE49-F238E27FC236}">
                <a16:creationId xmlns:a16="http://schemas.microsoft.com/office/drawing/2014/main" id="{CDFE458F-C5EA-41B0-92F4-E9B99B13311E}"/>
              </a:ext>
            </a:extLst>
          </p:cNvPr>
          <p:cNvPicPr>
            <a:picLocks noChangeAspect="1"/>
          </p:cNvPicPr>
          <p:nvPr/>
        </p:nvPicPr>
        <p:blipFill>
          <a:blip r:embed="rId3"/>
          <a:stretch>
            <a:fillRect/>
          </a:stretch>
        </p:blipFill>
        <p:spPr>
          <a:xfrm>
            <a:off x="5067457" y="4448199"/>
            <a:ext cx="3123889" cy="1800201"/>
          </a:xfrm>
          <a:prstGeom prst="rect">
            <a:avLst/>
          </a:prstGeom>
        </p:spPr>
      </p:pic>
      <p:pic>
        <p:nvPicPr>
          <p:cNvPr id="5" name="Picture 4">
            <a:extLst>
              <a:ext uri="{FF2B5EF4-FFF2-40B4-BE49-F238E27FC236}">
                <a16:creationId xmlns:a16="http://schemas.microsoft.com/office/drawing/2014/main" id="{5C1DCE9E-17F5-416F-A2F9-BAA487A8BED4}"/>
              </a:ext>
            </a:extLst>
          </p:cNvPr>
          <p:cNvPicPr>
            <a:picLocks noChangeAspect="1"/>
          </p:cNvPicPr>
          <p:nvPr/>
        </p:nvPicPr>
        <p:blipFill>
          <a:blip r:embed="rId4"/>
          <a:stretch>
            <a:fillRect/>
          </a:stretch>
        </p:blipFill>
        <p:spPr>
          <a:xfrm>
            <a:off x="1100365" y="4448199"/>
            <a:ext cx="3433535" cy="17697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C418078B-A1D5-47A7-9BD2-F57B520A1B1A}"/>
              </a:ext>
            </a:extLst>
          </p:cNvPr>
          <p:cNvSpPr>
            <a:spLocks noGrp="1"/>
          </p:cNvSpPr>
          <p:nvPr>
            <p:ph type="title"/>
          </p:nvPr>
        </p:nvSpPr>
        <p:spPr>
          <a:xfrm>
            <a:off x="457200" y="0"/>
            <a:ext cx="8686800" cy="838200"/>
          </a:xfrm>
        </p:spPr>
        <p:txBody>
          <a:bodyPr/>
          <a:lstStyle/>
          <a:p>
            <a:r>
              <a:rPr lang="en-US" altLang="en-US" sz="3200" b="1" u="sng" dirty="0">
                <a:latin typeface="Times New Roman" panose="02020603050405020304" pitchFamily="18" charset="0"/>
                <a:cs typeface="Times New Roman" panose="02020603050405020304" pitchFamily="18" charset="0"/>
              </a:rPr>
              <a:t>BLOCK DIAGRAM</a:t>
            </a:r>
            <a:br>
              <a:rPr lang="en-US" altLang="en-US" sz="3200" b="1" u="sng" dirty="0">
                <a:latin typeface="Times New Roman" panose="02020603050405020304" pitchFamily="18" charset="0"/>
                <a:cs typeface="Times New Roman" panose="02020603050405020304" pitchFamily="18" charset="0"/>
              </a:rPr>
            </a:br>
            <a:endParaRPr lang="en-US" altLang="en-US" sz="3200" b="1" u="sng" dirty="0"/>
          </a:p>
        </p:txBody>
      </p:sp>
      <p:sp>
        <p:nvSpPr>
          <p:cNvPr id="3" name="Content Placeholder 2">
            <a:extLst>
              <a:ext uri="{FF2B5EF4-FFF2-40B4-BE49-F238E27FC236}">
                <a16:creationId xmlns:a16="http://schemas.microsoft.com/office/drawing/2014/main" id="{66F1FB0F-C083-4074-994E-4E5BC2F9D8AB}"/>
              </a:ext>
            </a:extLst>
          </p:cNvPr>
          <p:cNvSpPr>
            <a:spLocks noGrp="1"/>
          </p:cNvSpPr>
          <p:nvPr>
            <p:ph idx="1"/>
          </p:nvPr>
        </p:nvSpPr>
        <p:spPr>
          <a:xfrm>
            <a:off x="179512" y="634850"/>
            <a:ext cx="8784976" cy="5721500"/>
          </a:xfrm>
        </p:spPr>
        <p:style>
          <a:lnRef idx="1">
            <a:schemeClr val="dk1"/>
          </a:lnRef>
          <a:fillRef idx="1001">
            <a:schemeClr val="lt2"/>
          </a:fillRef>
          <a:effectRef idx="1">
            <a:schemeClr val="dk1"/>
          </a:effectRef>
          <a:fontRef idx="minor">
            <a:schemeClr val="dk1"/>
          </a:fontRef>
        </p:style>
        <p:txBody>
          <a:bodyPr rtlCol="0">
            <a:normAutofit/>
          </a:bodyPr>
          <a:lstStyle/>
          <a:p>
            <a:pPr marL="0" indent="0" fontAlgn="auto">
              <a:spcAft>
                <a:spcPts val="0"/>
              </a:spcAft>
              <a:buNone/>
              <a:defRPr/>
            </a:pPr>
            <a:r>
              <a:rPr lang="en-US" sz="2800" dirty="0">
                <a:latin typeface="Times New Roman" pitchFamily="18" charset="0"/>
                <a:cs typeface="Times New Roman" pitchFamily="18" charset="0"/>
              </a:rPr>
              <a:t>                                    Speech signal</a:t>
            </a:r>
          </a:p>
          <a:p>
            <a:pPr marL="0" indent="0" fontAlgn="auto">
              <a:spcAft>
                <a:spcPts val="0"/>
              </a:spcAft>
              <a:buNone/>
              <a:defRPr/>
            </a:pPr>
            <a:endParaRPr lang="en-US" sz="2800" dirty="0">
              <a:latin typeface="Times New Roman" pitchFamily="18" charset="0"/>
              <a:cs typeface="Times New Roman" pitchFamily="18" charset="0"/>
            </a:endParaRPr>
          </a:p>
          <a:p>
            <a:pPr marL="0" indent="0" fontAlgn="auto">
              <a:spcAft>
                <a:spcPts val="0"/>
              </a:spcAft>
              <a:buNone/>
              <a:defRPr/>
            </a:pPr>
            <a:endParaRPr lang="en-US" sz="2800" dirty="0">
              <a:latin typeface="Times New Roman" pitchFamily="18" charset="0"/>
              <a:cs typeface="Times New Roman" pitchFamily="18" charset="0"/>
            </a:endParaRPr>
          </a:p>
          <a:p>
            <a:pPr marL="0" indent="0" fontAlgn="auto">
              <a:spcAft>
                <a:spcPts val="0"/>
              </a:spcAft>
              <a:buNone/>
              <a:defRPr/>
            </a:pPr>
            <a:endParaRPr lang="en-US" sz="2800" dirty="0">
              <a:latin typeface="Times New Roman" pitchFamily="18" charset="0"/>
              <a:cs typeface="Times New Roman" pitchFamily="18" charset="0"/>
            </a:endParaRPr>
          </a:p>
          <a:p>
            <a:pPr marL="0" indent="0" fontAlgn="auto">
              <a:spcAft>
                <a:spcPts val="0"/>
              </a:spcAft>
              <a:buNone/>
              <a:defRPr/>
            </a:pPr>
            <a:endParaRPr lang="en-US" sz="2800" dirty="0">
              <a:latin typeface="Times New Roman" pitchFamily="18" charset="0"/>
              <a:cs typeface="Times New Roman" pitchFamily="18" charset="0"/>
            </a:endParaRPr>
          </a:p>
          <a:p>
            <a:pPr marL="0" indent="0" fontAlgn="auto">
              <a:spcAft>
                <a:spcPts val="0"/>
              </a:spcAft>
              <a:buNone/>
              <a:defRPr/>
            </a:pPr>
            <a:endParaRPr lang="en-US" sz="2800" dirty="0">
              <a:latin typeface="Times New Roman" pitchFamily="18" charset="0"/>
              <a:cs typeface="Times New Roman" pitchFamily="18" charset="0"/>
            </a:endParaRPr>
          </a:p>
          <a:p>
            <a:pPr marL="0" indent="0" fontAlgn="auto">
              <a:spcAft>
                <a:spcPts val="0"/>
              </a:spcAft>
              <a:buNone/>
              <a:defRPr/>
            </a:pPr>
            <a:endParaRPr lang="en-US" sz="2800" dirty="0">
              <a:latin typeface="Times New Roman" pitchFamily="18" charset="0"/>
              <a:cs typeface="Times New Roman" pitchFamily="18" charset="0"/>
            </a:endParaRPr>
          </a:p>
          <a:p>
            <a:pPr marL="0" indent="0" fontAlgn="auto">
              <a:spcAft>
                <a:spcPts val="0"/>
              </a:spcAft>
              <a:buNone/>
              <a:defRPr/>
            </a:pPr>
            <a:endParaRPr lang="en-US" sz="2800" dirty="0">
              <a:latin typeface="Times New Roman" pitchFamily="18" charset="0"/>
              <a:cs typeface="Times New Roman" pitchFamily="18" charset="0"/>
            </a:endParaRPr>
          </a:p>
          <a:p>
            <a:pPr marL="0" indent="0" fontAlgn="auto">
              <a:spcAft>
                <a:spcPts val="0"/>
              </a:spcAft>
              <a:buNone/>
              <a:defRPr/>
            </a:pPr>
            <a:endParaRPr lang="en-US" sz="2800" dirty="0">
              <a:latin typeface="Times New Roman" pitchFamily="18" charset="0"/>
              <a:cs typeface="Times New Roman" pitchFamily="18" charset="0"/>
            </a:endParaRPr>
          </a:p>
          <a:p>
            <a:pPr marL="0" indent="0" fontAlgn="auto">
              <a:spcAft>
                <a:spcPts val="0"/>
              </a:spcAft>
              <a:buNone/>
              <a:defRPr/>
            </a:pPr>
            <a:r>
              <a:rPr lang="en-US" sz="2800" dirty="0">
                <a:latin typeface="Times New Roman" pitchFamily="18" charset="0"/>
                <a:cs typeface="Times New Roman" pitchFamily="18" charset="0"/>
              </a:rPr>
              <a:t>                 Recognized signal  </a:t>
            </a:r>
          </a:p>
          <a:p>
            <a:pPr marL="0" indent="0" fontAlgn="auto">
              <a:spcAft>
                <a:spcPts val="0"/>
              </a:spcAft>
              <a:buNone/>
              <a:defRPr/>
            </a:pPr>
            <a:r>
              <a:rPr lang="en-US" sz="2800" dirty="0">
                <a:latin typeface="Times New Roman" pitchFamily="18" charset="0"/>
                <a:cs typeface="Times New Roman" pitchFamily="18" charset="0"/>
              </a:rPr>
              <a:t>                     </a:t>
            </a:r>
          </a:p>
        </p:txBody>
      </p:sp>
      <p:sp>
        <p:nvSpPr>
          <p:cNvPr id="9220" name="Date Placeholder 3">
            <a:extLst>
              <a:ext uri="{FF2B5EF4-FFF2-40B4-BE49-F238E27FC236}">
                <a16:creationId xmlns:a16="http://schemas.microsoft.com/office/drawing/2014/main" id="{F6A11E5A-7C3B-45E2-B514-D0BEF115084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7FDFB18F-6DD2-4667-8BCE-594ED7A1E897}" type="datetime5">
              <a:rPr lang="en-US" altLang="en-US" b="1">
                <a:latin typeface="Times New Roman" panose="02020603050405020304" pitchFamily="18" charset="0"/>
                <a:cs typeface="Times New Roman" panose="02020603050405020304" pitchFamily="18" charset="0"/>
              </a:rPr>
              <a:pPr fontAlgn="base">
                <a:spcBef>
                  <a:spcPct val="0"/>
                </a:spcBef>
                <a:spcAft>
                  <a:spcPct val="0"/>
                </a:spcAft>
              </a:pPr>
              <a:t>23-Oct-21</a:t>
            </a:fld>
            <a:endParaRPr lang="en-US" altLang="en-US" b="1">
              <a:latin typeface="Times New Roman" panose="02020603050405020304" pitchFamily="18" charset="0"/>
              <a:cs typeface="Times New Roman" panose="02020603050405020304" pitchFamily="18" charset="0"/>
            </a:endParaRPr>
          </a:p>
        </p:txBody>
      </p:sp>
      <p:sp>
        <p:nvSpPr>
          <p:cNvPr id="9221" name="Slide Number Placeholder 4">
            <a:extLst>
              <a:ext uri="{FF2B5EF4-FFF2-40B4-BE49-F238E27FC236}">
                <a16:creationId xmlns:a16="http://schemas.microsoft.com/office/drawing/2014/main" id="{8834175E-009D-4D3F-8EC7-37E5DE8033A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9BC635D-C328-408C-B659-08207AEB301A}" type="slidenum">
              <a:rPr lang="en-US" altLang="en-US" b="1">
                <a:latin typeface="Times New Roman" panose="02020603050405020304" pitchFamily="18" charset="0"/>
                <a:cs typeface="Times New Roman" panose="02020603050405020304" pitchFamily="18" charset="0"/>
              </a:rPr>
              <a:pPr/>
              <a:t>7</a:t>
            </a:fld>
            <a:endParaRPr lang="en-US" altLang="en-US" b="1">
              <a:latin typeface="Times New Roman" panose="02020603050405020304" pitchFamily="18" charset="0"/>
              <a:cs typeface="Times New Roman" panose="02020603050405020304" pitchFamily="18" charset="0"/>
            </a:endParaRPr>
          </a:p>
        </p:txBody>
      </p:sp>
      <p:sp>
        <p:nvSpPr>
          <p:cNvPr id="9222" name="Footer Placeholder 5">
            <a:extLst>
              <a:ext uri="{FF2B5EF4-FFF2-40B4-BE49-F238E27FC236}">
                <a16:creationId xmlns:a16="http://schemas.microsoft.com/office/drawing/2014/main" id="{82E67BAE-B6E9-4DE6-8922-B1FB345B3A2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b="1">
                <a:latin typeface="Times New Roman" panose="02020603050405020304" pitchFamily="18" charset="0"/>
                <a:cs typeface="Times New Roman" panose="02020603050405020304" pitchFamily="18" charset="0"/>
              </a:rPr>
              <a:t>Dept. of ECE, KITSW</a:t>
            </a:r>
          </a:p>
        </p:txBody>
      </p:sp>
      <p:cxnSp>
        <p:nvCxnSpPr>
          <p:cNvPr id="15" name="Straight Arrow Connector 14">
            <a:extLst>
              <a:ext uri="{FF2B5EF4-FFF2-40B4-BE49-F238E27FC236}">
                <a16:creationId xmlns:a16="http://schemas.microsoft.com/office/drawing/2014/main" id="{213BE5E4-D20D-4D47-B812-CC3A7B7EDF51}"/>
              </a:ext>
            </a:extLst>
          </p:cNvPr>
          <p:cNvCxnSpPr/>
          <p:nvPr/>
        </p:nvCxnSpPr>
        <p:spPr>
          <a:xfrm>
            <a:off x="4427984" y="1988840"/>
            <a:ext cx="0" cy="365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BD94513-4EDD-4353-9DED-2073C38ECB4B}"/>
              </a:ext>
            </a:extLst>
          </p:cNvPr>
          <p:cNvSpPr/>
          <p:nvPr/>
        </p:nvSpPr>
        <p:spPr>
          <a:xfrm>
            <a:off x="3347890" y="1530896"/>
            <a:ext cx="2160214" cy="3651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PREPROCESSING</a:t>
            </a:r>
            <a:endParaRPr lang="en-IN" dirty="0"/>
          </a:p>
        </p:txBody>
      </p:sp>
      <p:sp>
        <p:nvSpPr>
          <p:cNvPr id="19" name="Rectangle 18">
            <a:extLst>
              <a:ext uri="{FF2B5EF4-FFF2-40B4-BE49-F238E27FC236}">
                <a16:creationId xmlns:a16="http://schemas.microsoft.com/office/drawing/2014/main" id="{DE2B6180-F65E-4D38-846B-17FF3D216BF0}"/>
              </a:ext>
            </a:extLst>
          </p:cNvPr>
          <p:cNvSpPr/>
          <p:nvPr/>
        </p:nvSpPr>
        <p:spPr>
          <a:xfrm>
            <a:off x="3563889" y="2353964"/>
            <a:ext cx="1778495" cy="6632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FEATURE</a:t>
            </a:r>
          </a:p>
          <a:p>
            <a:pPr algn="ctr"/>
            <a:r>
              <a:rPr lang="en-US" dirty="0"/>
              <a:t>EXTRACTION</a:t>
            </a:r>
            <a:endParaRPr lang="en-IN" dirty="0"/>
          </a:p>
        </p:txBody>
      </p:sp>
      <p:cxnSp>
        <p:nvCxnSpPr>
          <p:cNvPr id="21" name="Straight Arrow Connector 20">
            <a:extLst>
              <a:ext uri="{FF2B5EF4-FFF2-40B4-BE49-F238E27FC236}">
                <a16:creationId xmlns:a16="http://schemas.microsoft.com/office/drawing/2014/main" id="{D93FD234-E3B1-4E9A-AFA5-12BD68123A4D}"/>
              </a:ext>
            </a:extLst>
          </p:cNvPr>
          <p:cNvCxnSpPr/>
          <p:nvPr/>
        </p:nvCxnSpPr>
        <p:spPr>
          <a:xfrm>
            <a:off x="4427984" y="1057821"/>
            <a:ext cx="0" cy="473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4B3764C-DC8F-410B-A6B4-7D517E12B0C6}"/>
              </a:ext>
            </a:extLst>
          </p:cNvPr>
          <p:cNvCxnSpPr>
            <a:cxnSpLocks/>
          </p:cNvCxnSpPr>
          <p:nvPr/>
        </p:nvCxnSpPr>
        <p:spPr>
          <a:xfrm>
            <a:off x="4453136" y="3017236"/>
            <a:ext cx="0" cy="4117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CD842FE-A1F0-47FF-AA3A-AC3FCA74A29A}"/>
              </a:ext>
            </a:extLst>
          </p:cNvPr>
          <p:cNvCxnSpPr/>
          <p:nvPr/>
        </p:nvCxnSpPr>
        <p:spPr>
          <a:xfrm>
            <a:off x="4453136" y="3429000"/>
            <a:ext cx="156666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7B7D962-7DCC-412A-AD15-D2D2CA5C55B0}"/>
              </a:ext>
            </a:extLst>
          </p:cNvPr>
          <p:cNvCxnSpPr/>
          <p:nvPr/>
        </p:nvCxnSpPr>
        <p:spPr>
          <a:xfrm flipH="1">
            <a:off x="2987824" y="3429000"/>
            <a:ext cx="14401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6F854C4-F06E-44ED-B875-02887DB08EE9}"/>
              </a:ext>
            </a:extLst>
          </p:cNvPr>
          <p:cNvCxnSpPr/>
          <p:nvPr/>
        </p:nvCxnSpPr>
        <p:spPr>
          <a:xfrm>
            <a:off x="2987824" y="3429000"/>
            <a:ext cx="0" cy="21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4F81F5-7378-4723-A149-163447C80111}"/>
              </a:ext>
            </a:extLst>
          </p:cNvPr>
          <p:cNvCxnSpPr/>
          <p:nvPr/>
        </p:nvCxnSpPr>
        <p:spPr>
          <a:xfrm>
            <a:off x="6019800" y="3429000"/>
            <a:ext cx="0" cy="216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8CE61D56-E506-4E13-853E-3F336E58F559}"/>
              </a:ext>
            </a:extLst>
          </p:cNvPr>
          <p:cNvSpPr/>
          <p:nvPr/>
        </p:nvSpPr>
        <p:spPr>
          <a:xfrm>
            <a:off x="5126734" y="3634569"/>
            <a:ext cx="1786131" cy="542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PATTERN</a:t>
            </a:r>
          </a:p>
          <a:p>
            <a:pPr algn="ctr"/>
            <a:r>
              <a:rPr lang="en-US" dirty="0"/>
              <a:t>TRANING</a:t>
            </a:r>
            <a:endParaRPr lang="en-IN" dirty="0"/>
          </a:p>
        </p:txBody>
      </p:sp>
      <p:cxnSp>
        <p:nvCxnSpPr>
          <p:cNvPr id="35" name="Straight Arrow Connector 34">
            <a:extLst>
              <a:ext uri="{FF2B5EF4-FFF2-40B4-BE49-F238E27FC236}">
                <a16:creationId xmlns:a16="http://schemas.microsoft.com/office/drawing/2014/main" id="{52B1D3C1-EC70-410C-9767-BA8E516EDD00}"/>
              </a:ext>
            </a:extLst>
          </p:cNvPr>
          <p:cNvCxnSpPr>
            <a:cxnSpLocks/>
          </p:cNvCxnSpPr>
          <p:nvPr/>
        </p:nvCxnSpPr>
        <p:spPr>
          <a:xfrm>
            <a:off x="6019799" y="4177314"/>
            <a:ext cx="0" cy="187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97DE5435-EE18-4B91-9FD8-A319DA44EDCD}"/>
              </a:ext>
            </a:extLst>
          </p:cNvPr>
          <p:cNvSpPr/>
          <p:nvPr/>
        </p:nvSpPr>
        <p:spPr>
          <a:xfrm>
            <a:off x="5342384" y="4388252"/>
            <a:ext cx="1317842" cy="7409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TEMPLATE/</a:t>
            </a:r>
          </a:p>
          <a:p>
            <a:pPr algn="ctr"/>
            <a:r>
              <a:rPr lang="en-US" dirty="0"/>
              <a:t>MODEL</a:t>
            </a:r>
            <a:endParaRPr lang="en-IN" dirty="0"/>
          </a:p>
        </p:txBody>
      </p:sp>
      <p:sp>
        <p:nvSpPr>
          <p:cNvPr id="38" name="Rectangle 37">
            <a:extLst>
              <a:ext uri="{FF2B5EF4-FFF2-40B4-BE49-F238E27FC236}">
                <a16:creationId xmlns:a16="http://schemas.microsoft.com/office/drawing/2014/main" id="{5C507CDC-7264-43AB-9F5E-982CAD32DF5D}"/>
              </a:ext>
            </a:extLst>
          </p:cNvPr>
          <p:cNvSpPr/>
          <p:nvPr/>
        </p:nvSpPr>
        <p:spPr>
          <a:xfrm>
            <a:off x="2116093" y="3634568"/>
            <a:ext cx="1786131" cy="5427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PATTERN</a:t>
            </a:r>
          </a:p>
          <a:p>
            <a:pPr algn="ctr"/>
            <a:r>
              <a:rPr lang="en-US" dirty="0"/>
              <a:t>CLASSIFICATION</a:t>
            </a:r>
            <a:endParaRPr lang="en-IN" dirty="0"/>
          </a:p>
        </p:txBody>
      </p:sp>
      <p:cxnSp>
        <p:nvCxnSpPr>
          <p:cNvPr id="40" name="Straight Arrow Connector 39">
            <a:extLst>
              <a:ext uri="{FF2B5EF4-FFF2-40B4-BE49-F238E27FC236}">
                <a16:creationId xmlns:a16="http://schemas.microsoft.com/office/drawing/2014/main" id="{8FC2DF69-13FE-45CC-82D2-ECD6435EB1DC}"/>
              </a:ext>
            </a:extLst>
          </p:cNvPr>
          <p:cNvCxnSpPr>
            <a:cxnSpLocks/>
            <a:stCxn id="38" idx="2"/>
            <a:endCxn id="38" idx="2"/>
          </p:cNvCxnSpPr>
          <p:nvPr/>
        </p:nvCxnSpPr>
        <p:spPr>
          <a:xfrm>
            <a:off x="3009159" y="4177313"/>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CF5486B-5764-4594-A4B3-5571932F015F}"/>
              </a:ext>
            </a:extLst>
          </p:cNvPr>
          <p:cNvCxnSpPr/>
          <p:nvPr/>
        </p:nvCxnSpPr>
        <p:spPr>
          <a:xfrm>
            <a:off x="2987824" y="4177313"/>
            <a:ext cx="0" cy="1877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8A3F7FD2-2526-4A33-A3DA-EB79AF0C5FE5}"/>
              </a:ext>
            </a:extLst>
          </p:cNvPr>
          <p:cNvSpPr/>
          <p:nvPr/>
        </p:nvSpPr>
        <p:spPr>
          <a:xfrm>
            <a:off x="2267747" y="4382880"/>
            <a:ext cx="1440157" cy="7564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DECISION</a:t>
            </a:r>
          </a:p>
          <a:p>
            <a:pPr algn="ctr"/>
            <a:r>
              <a:rPr lang="en-US" dirty="0"/>
              <a:t>RULES</a:t>
            </a:r>
            <a:endParaRPr lang="en-IN" dirty="0"/>
          </a:p>
        </p:txBody>
      </p:sp>
      <p:cxnSp>
        <p:nvCxnSpPr>
          <p:cNvPr id="59" name="Straight Arrow Connector 58">
            <a:extLst>
              <a:ext uri="{FF2B5EF4-FFF2-40B4-BE49-F238E27FC236}">
                <a16:creationId xmlns:a16="http://schemas.microsoft.com/office/drawing/2014/main" id="{F80760CE-2CDA-4D37-B3B4-252A329BE109}"/>
              </a:ext>
            </a:extLst>
          </p:cNvPr>
          <p:cNvCxnSpPr>
            <a:cxnSpLocks/>
          </p:cNvCxnSpPr>
          <p:nvPr/>
        </p:nvCxnSpPr>
        <p:spPr>
          <a:xfrm>
            <a:off x="2987824" y="5139313"/>
            <a:ext cx="0" cy="305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16" name="Straight Connector 9215">
            <a:extLst>
              <a:ext uri="{FF2B5EF4-FFF2-40B4-BE49-F238E27FC236}">
                <a16:creationId xmlns:a16="http://schemas.microsoft.com/office/drawing/2014/main" id="{AAD5FCE8-86B5-4F4A-AFD1-C3A80FF2FF41}"/>
              </a:ext>
            </a:extLst>
          </p:cNvPr>
          <p:cNvCxnSpPr/>
          <p:nvPr/>
        </p:nvCxnSpPr>
        <p:spPr>
          <a:xfrm flipV="1">
            <a:off x="4572000" y="3905940"/>
            <a:ext cx="0" cy="852807"/>
          </a:xfrm>
          <a:prstGeom prst="line">
            <a:avLst/>
          </a:prstGeom>
        </p:spPr>
        <p:style>
          <a:lnRef idx="1">
            <a:schemeClr val="accent1"/>
          </a:lnRef>
          <a:fillRef idx="0">
            <a:schemeClr val="accent1"/>
          </a:fillRef>
          <a:effectRef idx="0">
            <a:schemeClr val="accent1"/>
          </a:effectRef>
          <a:fontRef idx="minor">
            <a:schemeClr val="tx1"/>
          </a:fontRef>
        </p:style>
      </p:cxnSp>
      <p:cxnSp>
        <p:nvCxnSpPr>
          <p:cNvPr id="9219" name="Straight Arrow Connector 9218">
            <a:extLst>
              <a:ext uri="{FF2B5EF4-FFF2-40B4-BE49-F238E27FC236}">
                <a16:creationId xmlns:a16="http://schemas.microsoft.com/office/drawing/2014/main" id="{078FB47B-729C-4FE2-9F15-C1E5127D4581}"/>
              </a:ext>
            </a:extLst>
          </p:cNvPr>
          <p:cNvCxnSpPr/>
          <p:nvPr/>
        </p:nvCxnSpPr>
        <p:spPr>
          <a:xfrm flipH="1">
            <a:off x="3902224" y="3905940"/>
            <a:ext cx="669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24" name="Straight Connector 9223">
            <a:extLst>
              <a:ext uri="{FF2B5EF4-FFF2-40B4-BE49-F238E27FC236}">
                <a16:creationId xmlns:a16="http://schemas.microsoft.com/office/drawing/2014/main" id="{353F8CAC-4DB6-477F-84E2-67562A1EB185}"/>
              </a:ext>
            </a:extLst>
          </p:cNvPr>
          <p:cNvCxnSpPr/>
          <p:nvPr/>
        </p:nvCxnSpPr>
        <p:spPr>
          <a:xfrm flipH="1">
            <a:off x="4572000" y="4758747"/>
            <a:ext cx="72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26" name="Straight Connector 9225">
            <a:extLst>
              <a:ext uri="{FF2B5EF4-FFF2-40B4-BE49-F238E27FC236}">
                <a16:creationId xmlns:a16="http://schemas.microsoft.com/office/drawing/2014/main" id="{EE51F723-D5BB-4B5F-9A39-9DF5A1D703F4}"/>
              </a:ext>
            </a:extLst>
          </p:cNvPr>
          <p:cNvCxnSpPr>
            <a:endCxn id="37" idx="1"/>
          </p:cNvCxnSpPr>
          <p:nvPr/>
        </p:nvCxnSpPr>
        <p:spPr>
          <a:xfrm>
            <a:off x="4644008" y="4758747"/>
            <a:ext cx="698376" cy="1"/>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ECA78E2-686C-48C3-803F-E91BFE28BD8D}"/>
              </a:ext>
            </a:extLst>
          </p:cNvPr>
          <p:cNvPicPr>
            <a:picLocks noChangeAspect="1"/>
          </p:cNvPicPr>
          <p:nvPr/>
        </p:nvPicPr>
        <p:blipFill>
          <a:blip r:embed="rId2"/>
          <a:stretch>
            <a:fillRect/>
          </a:stretch>
        </p:blipFill>
        <p:spPr>
          <a:xfrm>
            <a:off x="5886472" y="976405"/>
            <a:ext cx="2865368" cy="21847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3185DF57-5270-4C7A-9863-2BDE4BEA78A1}"/>
              </a:ext>
            </a:extLst>
          </p:cNvPr>
          <p:cNvSpPr>
            <a:spLocks noGrp="1"/>
          </p:cNvSpPr>
          <p:nvPr>
            <p:ph type="title"/>
          </p:nvPr>
        </p:nvSpPr>
        <p:spPr>
          <a:xfrm>
            <a:off x="-228600" y="304800"/>
            <a:ext cx="9753600" cy="963960"/>
          </a:xfrm>
        </p:spPr>
        <p:txBody>
          <a:bodyPr/>
          <a:lstStyle/>
          <a:p>
            <a:r>
              <a:rPr lang="en-US" altLang="en-US" sz="3400" b="1" u="sng" dirty="0">
                <a:latin typeface="Times New Roman" panose="02020603050405020304" pitchFamily="18" charset="0"/>
                <a:cs typeface="Times New Roman" panose="02020603050405020304" pitchFamily="18" charset="0"/>
              </a:rPr>
              <a:t>APPLICATIONS</a:t>
            </a:r>
            <a:br>
              <a:rPr lang="en-US" altLang="en-US" sz="3400" dirty="0">
                <a:latin typeface="Times New Roman" panose="02020603050405020304" pitchFamily="18" charset="0"/>
                <a:cs typeface="Times New Roman" panose="02020603050405020304" pitchFamily="18" charset="0"/>
              </a:rPr>
            </a:br>
            <a:endParaRPr lang="en-US" altLang="en-US" sz="3400" dirty="0"/>
          </a:p>
        </p:txBody>
      </p:sp>
      <p:sp>
        <p:nvSpPr>
          <p:cNvPr id="3" name="Content Placeholder 2">
            <a:extLst>
              <a:ext uri="{FF2B5EF4-FFF2-40B4-BE49-F238E27FC236}">
                <a16:creationId xmlns:a16="http://schemas.microsoft.com/office/drawing/2014/main" id="{E3BFD7C5-3310-4DAB-A4CA-1E6A9026B1BF}"/>
              </a:ext>
            </a:extLst>
          </p:cNvPr>
          <p:cNvSpPr>
            <a:spLocks noGrp="1"/>
          </p:cNvSpPr>
          <p:nvPr>
            <p:ph idx="1"/>
          </p:nvPr>
        </p:nvSpPr>
        <p:spPr>
          <a:xfrm>
            <a:off x="0" y="1268760"/>
            <a:ext cx="9144000" cy="5589240"/>
          </a:xfrm>
        </p:spPr>
        <p:style>
          <a:lnRef idx="1">
            <a:schemeClr val="dk1"/>
          </a:lnRef>
          <a:fillRef idx="1001">
            <a:schemeClr val="lt2"/>
          </a:fillRef>
          <a:effectRef idx="1">
            <a:schemeClr val="dk1"/>
          </a:effectRef>
          <a:fontRef idx="minor">
            <a:schemeClr val="dk1"/>
          </a:fontRef>
        </p:style>
        <p:txBody>
          <a:bodyPr rtlCol="0">
            <a:normAutofit/>
          </a:bodyPr>
          <a:lstStyle/>
          <a:p>
            <a:pPr fontAlgn="auto">
              <a:spcAft>
                <a:spcPts val="0"/>
              </a:spcAft>
              <a:defRPr/>
            </a:pPr>
            <a:r>
              <a:rPr lang="en-US" dirty="0">
                <a:latin typeface="Times New Roman" pitchFamily="18" charset="0"/>
                <a:cs typeface="Times New Roman" pitchFamily="18" charset="0"/>
              </a:rPr>
              <a:t>Searching for reports or documents on your computer.</a:t>
            </a:r>
          </a:p>
          <a:p>
            <a:pPr fontAlgn="auto">
              <a:spcAft>
                <a:spcPts val="0"/>
              </a:spcAft>
              <a:defRPr/>
            </a:pPr>
            <a:r>
              <a:rPr lang="en-US" dirty="0">
                <a:latin typeface="Times New Roman" pitchFamily="18" charset="0"/>
                <a:cs typeface="Times New Roman" pitchFamily="18" charset="0"/>
              </a:rPr>
              <a:t>Self driving cars (to adjust volume, change stations, improve driving safety)</a:t>
            </a:r>
          </a:p>
          <a:p>
            <a:pPr fontAlgn="auto">
              <a:spcAft>
                <a:spcPts val="0"/>
              </a:spcAft>
              <a:defRPr/>
            </a:pPr>
            <a:r>
              <a:rPr lang="en-US" dirty="0">
                <a:latin typeface="Times New Roman" pitchFamily="18" charset="0"/>
                <a:cs typeface="Times New Roman" pitchFamily="18" charset="0"/>
              </a:rPr>
              <a:t>Popular Digital Assistance</a:t>
            </a:r>
          </a:p>
          <a:p>
            <a:pPr marL="0" indent="0" fontAlgn="auto">
              <a:spcAft>
                <a:spcPts val="0"/>
              </a:spcAft>
              <a:buNone/>
              <a:defRPr/>
            </a:pPr>
            <a:r>
              <a:rPr lang="en-US" dirty="0">
                <a:latin typeface="Times New Roman" pitchFamily="18" charset="0"/>
                <a:cs typeface="Times New Roman" pitchFamily="18" charset="0"/>
              </a:rPr>
              <a:t>              - Amazon Alexa.</a:t>
            </a:r>
          </a:p>
          <a:p>
            <a:pPr marL="0" indent="0" fontAlgn="auto">
              <a:spcAft>
                <a:spcPts val="0"/>
              </a:spcAft>
              <a:buNone/>
              <a:defRPr/>
            </a:pPr>
            <a:r>
              <a:rPr lang="en-US" dirty="0">
                <a:latin typeface="Times New Roman" pitchFamily="18" charset="0"/>
                <a:cs typeface="Times New Roman" pitchFamily="18" charset="0"/>
              </a:rPr>
              <a:t>              -Apple’s Siri.</a:t>
            </a:r>
          </a:p>
          <a:p>
            <a:pPr marL="0" indent="0" fontAlgn="auto">
              <a:spcAft>
                <a:spcPts val="0"/>
              </a:spcAft>
              <a:buNone/>
              <a:defRPr/>
            </a:pPr>
            <a:r>
              <a:rPr lang="en-US" dirty="0">
                <a:latin typeface="Times New Roman" pitchFamily="18" charset="0"/>
                <a:cs typeface="Times New Roman" pitchFamily="18" charset="0"/>
              </a:rPr>
              <a:t>              -Google’s Goggle Assistant.</a:t>
            </a:r>
          </a:p>
          <a:p>
            <a:pPr marL="0" indent="0" fontAlgn="auto">
              <a:spcAft>
                <a:spcPts val="0"/>
              </a:spcAft>
              <a:buNone/>
              <a:defRPr/>
            </a:pPr>
            <a:r>
              <a:rPr lang="en-US" dirty="0">
                <a:latin typeface="Times New Roman" pitchFamily="18" charset="0"/>
                <a:cs typeface="Times New Roman" pitchFamily="18" charset="0"/>
              </a:rPr>
              <a:t>              -Microsoft’s Cortana.</a:t>
            </a:r>
          </a:p>
        </p:txBody>
      </p:sp>
      <p:sp>
        <p:nvSpPr>
          <p:cNvPr id="10244" name="Date Placeholder 3">
            <a:extLst>
              <a:ext uri="{FF2B5EF4-FFF2-40B4-BE49-F238E27FC236}">
                <a16:creationId xmlns:a16="http://schemas.microsoft.com/office/drawing/2014/main" id="{6FED5745-986C-4040-BEBC-3A9E4986B27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8B756158-2198-4A84-BC6A-B82F0588F6EA}" type="datetime5">
              <a:rPr lang="en-US" altLang="en-US" b="1"/>
              <a:pPr fontAlgn="base">
                <a:spcBef>
                  <a:spcPct val="0"/>
                </a:spcBef>
                <a:spcAft>
                  <a:spcPct val="0"/>
                </a:spcAft>
              </a:pPr>
              <a:t>23-Oct-21</a:t>
            </a:fld>
            <a:endParaRPr lang="en-US" altLang="en-US" b="1"/>
          </a:p>
        </p:txBody>
      </p:sp>
      <p:sp>
        <p:nvSpPr>
          <p:cNvPr id="10245" name="Slide Number Placeholder 4">
            <a:extLst>
              <a:ext uri="{FF2B5EF4-FFF2-40B4-BE49-F238E27FC236}">
                <a16:creationId xmlns:a16="http://schemas.microsoft.com/office/drawing/2014/main" id="{9F3603B9-761D-4635-B3FB-B495485B9A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15478B7-B6BF-4057-8BD5-D1410AF01EF4}" type="slidenum">
              <a:rPr lang="en-US" altLang="en-US">
                <a:latin typeface="Times New Roman" panose="02020603050405020304" pitchFamily="18" charset="0"/>
                <a:cs typeface="Times New Roman" panose="02020603050405020304" pitchFamily="18" charset="0"/>
              </a:rPr>
              <a:pPr/>
              <a:t>8</a:t>
            </a:fld>
            <a:endParaRPr lang="en-US" altLang="en-US">
              <a:latin typeface="Times New Roman" panose="02020603050405020304" pitchFamily="18" charset="0"/>
              <a:cs typeface="Times New Roman" panose="02020603050405020304" pitchFamily="18" charset="0"/>
            </a:endParaRPr>
          </a:p>
        </p:txBody>
      </p:sp>
      <p:sp>
        <p:nvSpPr>
          <p:cNvPr id="10246" name="Footer Placeholder 5">
            <a:extLst>
              <a:ext uri="{FF2B5EF4-FFF2-40B4-BE49-F238E27FC236}">
                <a16:creationId xmlns:a16="http://schemas.microsoft.com/office/drawing/2014/main" id="{C0025EF6-F7FD-4C13-B509-A0EAB5BC5F3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b="1">
                <a:latin typeface="Times New Roman" panose="02020603050405020304" pitchFamily="18" charset="0"/>
                <a:cs typeface="Times New Roman" panose="02020603050405020304" pitchFamily="18" charset="0"/>
              </a:rPr>
              <a:t>Dept. of ECE, KITSW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73A5-8569-40DC-92A6-39CE903D522B}"/>
              </a:ext>
            </a:extLst>
          </p:cNvPr>
          <p:cNvSpPr>
            <a:spLocks noGrp="1"/>
          </p:cNvSpPr>
          <p:nvPr>
            <p:ph type="title"/>
          </p:nvPr>
        </p:nvSpPr>
        <p:spPr>
          <a:xfrm>
            <a:off x="0" y="0"/>
            <a:ext cx="9144000" cy="1143000"/>
          </a:xfrm>
        </p:spPr>
        <p:txBody>
          <a:bodyPr rtlCol="0">
            <a:normAutofit fontScale="90000"/>
          </a:bodyPr>
          <a:lstStyle/>
          <a:p>
            <a:pPr fontAlgn="auto">
              <a:spcAft>
                <a:spcPts val="0"/>
              </a:spcAft>
              <a:defRPr/>
            </a:pPr>
            <a:r>
              <a:rPr lang="en-US" sz="3800" b="1" u="sng" dirty="0">
                <a:latin typeface="Times New Roman" pitchFamily="18" charset="0"/>
                <a:cs typeface="Times New Roman" pitchFamily="18" charset="0"/>
              </a:rPr>
              <a:t>ADVANTAGES AND DISADVANTAGES</a:t>
            </a:r>
            <a:br>
              <a:rPr lang="en-US" dirty="0">
                <a:latin typeface="Times New Roman" pitchFamily="18" charset="0"/>
                <a:cs typeface="Times New Roman" pitchFamily="18" charset="0"/>
              </a:rPr>
            </a:br>
            <a:endParaRPr lang="en-US" dirty="0"/>
          </a:p>
        </p:txBody>
      </p:sp>
      <p:graphicFrame>
        <p:nvGraphicFramePr>
          <p:cNvPr id="4" name="Content Placeholder 3">
            <a:extLst>
              <a:ext uri="{FF2B5EF4-FFF2-40B4-BE49-F238E27FC236}">
                <a16:creationId xmlns:a16="http://schemas.microsoft.com/office/drawing/2014/main" id="{47D0923D-8C15-4D0A-8378-194B25CC5219}"/>
              </a:ext>
            </a:extLst>
          </p:cNvPr>
          <p:cNvGraphicFramePr>
            <a:graphicFrameLocks noGrp="1"/>
          </p:cNvGraphicFramePr>
          <p:nvPr>
            <p:ph idx="1"/>
            <p:extLst>
              <p:ext uri="{D42A27DB-BD31-4B8C-83A1-F6EECF244321}">
                <p14:modId xmlns:p14="http://schemas.microsoft.com/office/powerpoint/2010/main" val="1438023850"/>
              </p:ext>
            </p:extLst>
          </p:nvPr>
        </p:nvGraphicFramePr>
        <p:xfrm>
          <a:off x="228600" y="838200"/>
          <a:ext cx="8610600" cy="6111525"/>
        </p:xfrm>
        <a:graphic>
          <a:graphicData uri="http://schemas.openxmlformats.org/drawingml/2006/table">
            <a:tbl>
              <a:tblPr firstRow="1" bandRow="1">
                <a:tableStyleId>{616DA210-FB5B-4158-B5E0-FEB733F419BA}</a:tableStyleId>
              </a:tblPr>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1097408">
                <a:tc>
                  <a:txBody>
                    <a:bodyPr/>
                    <a:lstStyle/>
                    <a:p>
                      <a:pPr algn="ctr"/>
                      <a:endParaRPr lang="en-US" sz="2200" u="sng" dirty="0">
                        <a:latin typeface="Times New Roman" pitchFamily="18" charset="0"/>
                        <a:cs typeface="Times New Roman" pitchFamily="18" charset="0"/>
                      </a:endParaRPr>
                    </a:p>
                    <a:p>
                      <a:pPr algn="ctr"/>
                      <a:r>
                        <a:rPr lang="en-US" sz="2200" u="sng" dirty="0">
                          <a:latin typeface="Times New Roman" pitchFamily="18" charset="0"/>
                          <a:cs typeface="Times New Roman" pitchFamily="18" charset="0"/>
                        </a:rPr>
                        <a:t>ADVANTAGES</a:t>
                      </a:r>
                      <a:endParaRPr lang="en-US" sz="2200" dirty="0">
                        <a:latin typeface="Times New Roman" pitchFamily="18" charset="0"/>
                        <a:cs typeface="Times New Roman" pitchFamily="18" charset="0"/>
                      </a:endParaRPr>
                    </a:p>
                  </a:txBody>
                  <a:tcPr marT="45725" marB="45725"/>
                </a:tc>
                <a:tc>
                  <a:txBody>
                    <a:bodyPr/>
                    <a:lstStyle/>
                    <a:p>
                      <a:pPr algn="ctr"/>
                      <a:endParaRPr lang="en-US" sz="2200" u="sng" dirty="0">
                        <a:latin typeface="Times New Roman" pitchFamily="18" charset="0"/>
                        <a:cs typeface="Times New Roman" pitchFamily="18" charset="0"/>
                      </a:endParaRPr>
                    </a:p>
                    <a:p>
                      <a:pPr algn="ctr"/>
                      <a:r>
                        <a:rPr lang="en-US" sz="2200" u="sng" dirty="0">
                          <a:latin typeface="Times New Roman" pitchFamily="18" charset="0"/>
                          <a:cs typeface="Times New Roman" pitchFamily="18" charset="0"/>
                        </a:rPr>
                        <a:t>DISADVANTAGES</a:t>
                      </a:r>
                      <a:br>
                        <a:rPr lang="en-US" sz="2200" dirty="0">
                          <a:latin typeface="Times New Roman" pitchFamily="18" charset="0"/>
                          <a:cs typeface="Times New Roman" pitchFamily="18" charset="0"/>
                        </a:rPr>
                      </a:br>
                      <a:endParaRPr lang="en-US" sz="2200" dirty="0">
                        <a:latin typeface="Times New Roman" pitchFamily="18" charset="0"/>
                        <a:cs typeface="Times New Roman" pitchFamily="18" charset="0"/>
                      </a:endParaRPr>
                    </a:p>
                  </a:txBody>
                  <a:tcPr marT="45725" marB="45725"/>
                </a:tc>
                <a:extLst>
                  <a:ext uri="{0D108BD9-81ED-4DB2-BD59-A6C34878D82A}">
                    <a16:rowId xmlns:a16="http://schemas.microsoft.com/office/drawing/2014/main" val="10000"/>
                  </a:ext>
                </a:extLst>
              </a:tr>
              <a:tr h="1082167">
                <a:tc>
                  <a:txBody>
                    <a:bodyPr/>
                    <a:lstStyle/>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1. Voice commands are a far more      efficient tools than typing a message .</a:t>
                      </a:r>
                    </a:p>
                  </a:txBody>
                  <a:tcPr marT="45725" marB="45725"/>
                </a:tc>
                <a:tc>
                  <a:txBody>
                    <a:bodyPr/>
                    <a:lstStyle/>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1.Difficult to build a perfect system.</a:t>
                      </a:r>
                    </a:p>
                  </a:txBody>
                  <a:tcPr marT="45725" marB="45725"/>
                </a:tc>
                <a:extLst>
                  <a:ext uri="{0D108BD9-81ED-4DB2-BD59-A6C34878D82A}">
                    <a16:rowId xmlns:a16="http://schemas.microsoft.com/office/drawing/2014/main" val="10001"/>
                  </a:ext>
                </a:extLst>
              </a:tr>
              <a:tr h="1082167">
                <a:tc>
                  <a:txBody>
                    <a:bodyPr/>
                    <a:lstStyle/>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2.In business it provides better customer service experience increase customer satisfaction ,decrease operational cost.</a:t>
                      </a:r>
                    </a:p>
                  </a:txBody>
                  <a:tcPr marT="45725" marB="45725"/>
                </a:tc>
                <a:tc>
                  <a:txBody>
                    <a:bodyPr/>
                    <a:lstStyle/>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2.It doesn’t keep privacy it does not suit a crowned environment.</a:t>
                      </a:r>
                    </a:p>
                  </a:txBody>
                  <a:tcPr marT="45725" marB="45725"/>
                </a:tc>
                <a:extLst>
                  <a:ext uri="{0D108BD9-81ED-4DB2-BD59-A6C34878D82A}">
                    <a16:rowId xmlns:a16="http://schemas.microsoft.com/office/drawing/2014/main" val="10002"/>
                  </a:ext>
                </a:extLst>
              </a:tr>
              <a:tr h="1082167">
                <a:tc>
                  <a:txBody>
                    <a:bodyPr/>
                    <a:lstStyle/>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3.It catches speech much faster then we type.</a:t>
                      </a:r>
                    </a:p>
                  </a:txBody>
                  <a:tcPr marT="45725" marB="45725"/>
                </a:tc>
                <a:tc>
                  <a:txBody>
                    <a:bodyPr/>
                    <a:lstStyle/>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3.The software can struggle with vocabulary, particularly if there are specialist terms .</a:t>
                      </a:r>
                    </a:p>
                  </a:txBody>
                  <a:tcPr marT="45725" marB="45725"/>
                </a:tc>
                <a:extLst>
                  <a:ext uri="{0D108BD9-81ED-4DB2-BD59-A6C34878D82A}">
                    <a16:rowId xmlns:a16="http://schemas.microsoft.com/office/drawing/2014/main" val="10003"/>
                  </a:ext>
                </a:extLst>
              </a:tr>
              <a:tr h="1082167">
                <a:tc>
                  <a:txBody>
                    <a:bodyPr/>
                    <a:lstStyle/>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4.Hand free capability.</a:t>
                      </a:r>
                    </a:p>
                  </a:txBody>
                  <a:tcPr marT="45725" marB="45725"/>
                </a:tc>
                <a:tc>
                  <a:txBody>
                    <a:bodyPr/>
                    <a:lstStyle/>
                    <a:p>
                      <a:endParaRPr lang="en-US" sz="2000" dirty="0">
                        <a:solidFill>
                          <a:schemeClr val="tx1"/>
                        </a:solidFill>
                        <a:latin typeface="Times New Roman" pitchFamily="18" charset="0"/>
                        <a:cs typeface="Times New Roman" pitchFamily="18" charset="0"/>
                      </a:endParaRPr>
                    </a:p>
                    <a:p>
                      <a:r>
                        <a:rPr lang="en-US" sz="2000" dirty="0">
                          <a:solidFill>
                            <a:schemeClr val="tx1"/>
                          </a:solidFill>
                          <a:latin typeface="Times New Roman" pitchFamily="18" charset="0"/>
                          <a:cs typeface="Times New Roman" pitchFamily="18" charset="0"/>
                        </a:rPr>
                        <a:t>4.Filtering noise is a task and it is too much that can even be difficult for humans to accomplish.</a:t>
                      </a:r>
                    </a:p>
                  </a:txBody>
                  <a:tcPr marT="45725" marB="45725"/>
                </a:tc>
                <a:extLst>
                  <a:ext uri="{0D108BD9-81ED-4DB2-BD59-A6C34878D82A}">
                    <a16:rowId xmlns:a16="http://schemas.microsoft.com/office/drawing/2014/main" val="10004"/>
                  </a:ext>
                </a:extLst>
              </a:tr>
            </a:tbl>
          </a:graphicData>
        </a:graphic>
      </p:graphicFrame>
      <p:sp>
        <p:nvSpPr>
          <p:cNvPr id="11287" name="Date Placeholder 4">
            <a:extLst>
              <a:ext uri="{FF2B5EF4-FFF2-40B4-BE49-F238E27FC236}">
                <a16:creationId xmlns:a16="http://schemas.microsoft.com/office/drawing/2014/main" id="{4D234235-2F99-4415-93D5-9121F94A17E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3C7FDC4A-905F-4749-83DA-CF8A45DA44F4}" type="datetime5">
              <a:rPr lang="en-US" altLang="en-US" b="1">
                <a:latin typeface="Times New Roman" panose="02020603050405020304" pitchFamily="18" charset="0"/>
                <a:cs typeface="Times New Roman" panose="02020603050405020304" pitchFamily="18" charset="0"/>
              </a:rPr>
              <a:pPr fontAlgn="base">
                <a:spcBef>
                  <a:spcPct val="0"/>
                </a:spcBef>
                <a:spcAft>
                  <a:spcPct val="0"/>
                </a:spcAft>
              </a:pPr>
              <a:t>23-Oct-21</a:t>
            </a:fld>
            <a:endParaRPr lang="en-US" altLang="en-US" b="1">
              <a:latin typeface="Times New Roman" panose="02020603050405020304" pitchFamily="18" charset="0"/>
              <a:cs typeface="Times New Roman" panose="02020603050405020304" pitchFamily="18" charset="0"/>
            </a:endParaRPr>
          </a:p>
        </p:txBody>
      </p:sp>
      <p:sp>
        <p:nvSpPr>
          <p:cNvPr id="11288" name="Slide Number Placeholder 5">
            <a:extLst>
              <a:ext uri="{FF2B5EF4-FFF2-40B4-BE49-F238E27FC236}">
                <a16:creationId xmlns:a16="http://schemas.microsoft.com/office/drawing/2014/main" id="{5F9AD73A-5FB9-4E74-B874-0634755674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3BE138C-6ED2-4C63-9013-14838627CD01}" type="slidenum">
              <a:rPr lang="en-US" altLang="en-US" b="1">
                <a:latin typeface="Times New Roman" panose="02020603050405020304" pitchFamily="18" charset="0"/>
                <a:cs typeface="Times New Roman" panose="02020603050405020304" pitchFamily="18" charset="0"/>
              </a:rPr>
              <a:pPr/>
              <a:t>9</a:t>
            </a:fld>
            <a:endParaRPr lang="en-US" altLang="en-US" b="1">
              <a:latin typeface="Times New Roman" panose="02020603050405020304" pitchFamily="18" charset="0"/>
              <a:cs typeface="Times New Roman" panose="02020603050405020304" pitchFamily="18" charset="0"/>
            </a:endParaRPr>
          </a:p>
        </p:txBody>
      </p:sp>
      <p:sp>
        <p:nvSpPr>
          <p:cNvPr id="11289" name="Footer Placeholder 6">
            <a:extLst>
              <a:ext uri="{FF2B5EF4-FFF2-40B4-BE49-F238E27FC236}">
                <a16:creationId xmlns:a16="http://schemas.microsoft.com/office/drawing/2014/main" id="{2F5856A1-89FD-4343-BCEB-E2DD9D63F5E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b="1">
                <a:latin typeface="Times New Roman" panose="02020603050405020304" pitchFamily="18" charset="0"/>
                <a:cs typeface="Times New Roman" panose="02020603050405020304" pitchFamily="18" charset="0"/>
              </a:rPr>
              <a:t>Dept. of ECE, KITSW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26EB5-F095-4D47-BB86-8AE2054F2223}"/>
              </a:ext>
            </a:extLst>
          </p:cNvPr>
          <p:cNvSpPr>
            <a:spLocks noGrp="1"/>
          </p:cNvSpPr>
          <p:nvPr>
            <p:ph type="title"/>
          </p:nvPr>
        </p:nvSpPr>
        <p:spPr>
          <a:xfrm>
            <a:off x="457200" y="274638"/>
            <a:ext cx="8229600" cy="1498178"/>
          </a:xfrm>
        </p:spPr>
        <p:txBody>
          <a:bodyPr rtlCol="0">
            <a:normAutofit/>
          </a:bodyPr>
          <a:lstStyle/>
          <a:p>
            <a:pPr fontAlgn="auto">
              <a:spcAft>
                <a:spcPts val="0"/>
              </a:spcAft>
              <a:defRPr/>
            </a:pPr>
            <a:r>
              <a:rPr lang="en-US" b="1" u="sng" dirty="0">
                <a:latin typeface="Times New Roman" pitchFamily="18" charset="0"/>
                <a:cs typeface="Times New Roman" pitchFamily="18" charset="0"/>
              </a:rPr>
              <a:t>CONCLUSION</a:t>
            </a:r>
            <a:br>
              <a:rPr lang="en-US" dirty="0">
                <a:latin typeface="Times New Roman" pitchFamily="18" charset="0"/>
                <a:cs typeface="Times New Roman" pitchFamily="18" charset="0"/>
              </a:rPr>
            </a:br>
            <a:endParaRPr lang="en-US" dirty="0"/>
          </a:p>
        </p:txBody>
      </p:sp>
      <p:sp>
        <p:nvSpPr>
          <p:cNvPr id="3" name="Content Placeholder 2">
            <a:extLst>
              <a:ext uri="{FF2B5EF4-FFF2-40B4-BE49-F238E27FC236}">
                <a16:creationId xmlns:a16="http://schemas.microsoft.com/office/drawing/2014/main" id="{58B9CB5A-FA6B-46B3-8AF3-7C00C57ECCA3}"/>
              </a:ext>
            </a:extLst>
          </p:cNvPr>
          <p:cNvSpPr>
            <a:spLocks noGrp="1"/>
          </p:cNvSpPr>
          <p:nvPr>
            <p:ph idx="1"/>
          </p:nvPr>
        </p:nvSpPr>
        <p:spPr>
          <a:xfrm>
            <a:off x="762000" y="1412776"/>
            <a:ext cx="7924800" cy="4392488"/>
          </a:xfrm>
        </p:spPr>
        <p:style>
          <a:lnRef idx="1">
            <a:schemeClr val="dk1"/>
          </a:lnRef>
          <a:fillRef idx="1001">
            <a:schemeClr val="lt2"/>
          </a:fillRef>
          <a:effectRef idx="1">
            <a:schemeClr val="dk1"/>
          </a:effectRef>
          <a:fontRef idx="minor">
            <a:schemeClr val="dk1"/>
          </a:fontRef>
        </p:style>
        <p:txBody>
          <a:bodyPr rtlCol="0">
            <a:normAutofit fontScale="92500" lnSpcReduction="10000"/>
          </a:bodyPr>
          <a:lstStyle/>
          <a:p>
            <a:pPr fontAlgn="auto">
              <a:spcAft>
                <a:spcPts val="0"/>
              </a:spcAft>
              <a:defRPr/>
            </a:pPr>
            <a:endParaRPr lang="en-US" sz="2800" dirty="0">
              <a:latin typeface="Times New Roman" pitchFamily="18" charset="0"/>
              <a:cs typeface="Times New Roman" pitchFamily="18" charset="0"/>
            </a:endParaRPr>
          </a:p>
          <a:p>
            <a:pPr fontAlgn="auto">
              <a:spcAft>
                <a:spcPts val="0"/>
              </a:spcAft>
              <a:defRPr/>
            </a:pPr>
            <a:r>
              <a:rPr lang="en-US" sz="2800" dirty="0">
                <a:latin typeface="Times New Roman" pitchFamily="18" charset="0"/>
                <a:cs typeface="Times New Roman" pitchFamily="18" charset="0"/>
              </a:rPr>
              <a:t>Speech is a primary and most convenient </a:t>
            </a:r>
            <a:r>
              <a:rPr lang="en-US" sz="2800">
                <a:latin typeface="Times New Roman" pitchFamily="18" charset="0"/>
                <a:cs typeface="Times New Roman" pitchFamily="18" charset="0"/>
              </a:rPr>
              <a:t>way for    </a:t>
            </a:r>
            <a:r>
              <a:rPr lang="en-US" sz="2800" dirty="0">
                <a:latin typeface="Times New Roman" pitchFamily="18" charset="0"/>
                <a:cs typeface="Times New Roman" pitchFamily="18" charset="0"/>
              </a:rPr>
              <a:t>people to communicate.</a:t>
            </a:r>
          </a:p>
          <a:p>
            <a:pPr fontAlgn="auto">
              <a:spcAft>
                <a:spcPts val="0"/>
              </a:spcAft>
              <a:defRPr/>
            </a:pPr>
            <a:endParaRPr lang="en-US" sz="2800" dirty="0">
              <a:latin typeface="Times New Roman" pitchFamily="18" charset="0"/>
              <a:cs typeface="Times New Roman" pitchFamily="18" charset="0"/>
            </a:endParaRPr>
          </a:p>
          <a:p>
            <a:pPr fontAlgn="auto">
              <a:spcAft>
                <a:spcPts val="0"/>
              </a:spcAft>
              <a:defRPr/>
            </a:pPr>
            <a:r>
              <a:rPr lang="en-US" sz="2800" dirty="0">
                <a:latin typeface="Times New Roman" pitchFamily="18" charset="0"/>
                <a:cs typeface="Times New Roman" pitchFamily="18" charset="0"/>
              </a:rPr>
              <a:t>We’re at a turning  point where voice and natural language understanding are suddenly at the forefront.</a:t>
            </a:r>
          </a:p>
          <a:p>
            <a:pPr fontAlgn="auto">
              <a:spcAft>
                <a:spcPts val="0"/>
              </a:spcAft>
              <a:defRPr/>
            </a:pPr>
            <a:endParaRPr lang="en-US" sz="2800" dirty="0">
              <a:latin typeface="Times New Roman" pitchFamily="18" charset="0"/>
              <a:cs typeface="Times New Roman" pitchFamily="18" charset="0"/>
            </a:endParaRPr>
          </a:p>
          <a:p>
            <a:pPr fontAlgn="auto">
              <a:spcAft>
                <a:spcPts val="0"/>
              </a:spcAft>
              <a:defRPr/>
            </a:pPr>
            <a:r>
              <a:rPr lang="en-US" sz="2800" dirty="0">
                <a:latin typeface="Times New Roman" pitchFamily="18" charset="0"/>
                <a:cs typeface="Times New Roman" pitchFamily="18" charset="0"/>
              </a:rPr>
              <a:t>The main goal of the speech recognition area is to develop techniques and systems for speech input to the machine.</a:t>
            </a:r>
          </a:p>
          <a:p>
            <a:pPr marL="0" indent="0" fontAlgn="auto">
              <a:spcAft>
                <a:spcPts val="0"/>
              </a:spcAft>
              <a:buNone/>
              <a:defRPr/>
            </a:pPr>
            <a:endParaRPr lang="en-US" sz="2800" dirty="0">
              <a:latin typeface="Times New Roman" pitchFamily="18" charset="0"/>
              <a:cs typeface="Times New Roman" pitchFamily="18" charset="0"/>
            </a:endParaRPr>
          </a:p>
        </p:txBody>
      </p:sp>
      <p:sp>
        <p:nvSpPr>
          <p:cNvPr id="12292" name="Date Placeholder 3">
            <a:extLst>
              <a:ext uri="{FF2B5EF4-FFF2-40B4-BE49-F238E27FC236}">
                <a16:creationId xmlns:a16="http://schemas.microsoft.com/office/drawing/2014/main" id="{C7301BD0-F911-4F27-A488-85D32632CE5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E42355F8-5427-41BB-880C-4392DAA672F3}" type="datetime5">
              <a:rPr lang="en-US" altLang="en-US" b="1">
                <a:latin typeface="Times New Roman" panose="02020603050405020304" pitchFamily="18" charset="0"/>
                <a:cs typeface="Times New Roman" panose="02020603050405020304" pitchFamily="18" charset="0"/>
              </a:rPr>
              <a:pPr fontAlgn="base">
                <a:spcBef>
                  <a:spcPct val="0"/>
                </a:spcBef>
                <a:spcAft>
                  <a:spcPct val="0"/>
                </a:spcAft>
              </a:pPr>
              <a:t>23-Oct-21</a:t>
            </a:fld>
            <a:endParaRPr lang="en-US" altLang="en-US" b="1">
              <a:latin typeface="Times New Roman" panose="02020603050405020304" pitchFamily="18" charset="0"/>
              <a:cs typeface="Times New Roman" panose="02020603050405020304" pitchFamily="18" charset="0"/>
            </a:endParaRPr>
          </a:p>
        </p:txBody>
      </p:sp>
      <p:sp>
        <p:nvSpPr>
          <p:cNvPr id="12293" name="Slide Number Placeholder 4">
            <a:extLst>
              <a:ext uri="{FF2B5EF4-FFF2-40B4-BE49-F238E27FC236}">
                <a16:creationId xmlns:a16="http://schemas.microsoft.com/office/drawing/2014/main" id="{5DD720E0-8C0B-47A5-96AD-E04A1045C7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2992406-646F-4AB3-BF25-F8286538872A}" type="slidenum">
              <a:rPr lang="en-US" altLang="en-US" b="1">
                <a:latin typeface="Times New Roman" panose="02020603050405020304" pitchFamily="18" charset="0"/>
                <a:cs typeface="Times New Roman" panose="02020603050405020304" pitchFamily="18" charset="0"/>
              </a:rPr>
              <a:pPr/>
              <a:t>10</a:t>
            </a:fld>
            <a:endParaRPr lang="en-US" altLang="en-US" b="1">
              <a:latin typeface="Times New Roman" panose="02020603050405020304" pitchFamily="18" charset="0"/>
              <a:cs typeface="Times New Roman" panose="02020603050405020304" pitchFamily="18" charset="0"/>
            </a:endParaRPr>
          </a:p>
        </p:txBody>
      </p:sp>
      <p:sp>
        <p:nvSpPr>
          <p:cNvPr id="12294" name="Footer Placeholder 5">
            <a:extLst>
              <a:ext uri="{FF2B5EF4-FFF2-40B4-BE49-F238E27FC236}">
                <a16:creationId xmlns:a16="http://schemas.microsoft.com/office/drawing/2014/main" id="{1B018A59-6DED-4DC0-A0D8-C45A2E37CA2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US" altLang="en-US" b="1">
                <a:latin typeface="Times New Roman" panose="02020603050405020304" pitchFamily="18" charset="0"/>
                <a:cs typeface="Times New Roman" panose="02020603050405020304" pitchFamily="18" charset="0"/>
              </a:rPr>
              <a:t>Dept. of ECE, KITSW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F7BC9-8DEB-4EDF-BDA5-9F03B1C276B4}"/>
              </a:ext>
            </a:extLst>
          </p:cNvPr>
          <p:cNvSpPr>
            <a:spLocks noGrp="1"/>
          </p:cNvSpPr>
          <p:nvPr>
            <p:ph type="title"/>
          </p:nvPr>
        </p:nvSpPr>
        <p:spPr/>
        <p:txBody>
          <a:bodyPr/>
          <a:lstStyle/>
          <a:p>
            <a:r>
              <a:rPr lang="en-US" u="sng" dirty="0"/>
              <a:t>REFERENCES</a:t>
            </a:r>
            <a:endParaRPr lang="en-IN" u="sng" dirty="0"/>
          </a:p>
        </p:txBody>
      </p:sp>
      <p:sp>
        <p:nvSpPr>
          <p:cNvPr id="3" name="Content Placeholder 2">
            <a:extLst>
              <a:ext uri="{FF2B5EF4-FFF2-40B4-BE49-F238E27FC236}">
                <a16:creationId xmlns:a16="http://schemas.microsoft.com/office/drawing/2014/main" id="{654C7876-B4D2-4935-86C7-E5EFE7C8E38E}"/>
              </a:ext>
            </a:extLst>
          </p:cNvPr>
          <p:cNvSpPr>
            <a:spLocks noGrp="1"/>
          </p:cNvSpPr>
          <p:nvPr>
            <p:ph idx="1"/>
          </p:nvPr>
        </p:nvSpPr>
        <p:spPr>
          <a:xfrm>
            <a:off x="457200" y="1600200"/>
            <a:ext cx="8229600" cy="4983162"/>
          </a:xfrm>
        </p:spPr>
        <p:txBody>
          <a:bodyPr/>
          <a:lstStyle/>
          <a:p>
            <a:r>
              <a:rPr lang="en-IN" sz="2800" dirty="0"/>
              <a:t>[1]	Laszlo, T. (2018). Deep Neural Networks with Linearly Augmented Rectifier Layers for Speech Recognition, SAMI 2018 IEEE16th World Symposium on Applied Machine Intelligence and Informatics February 7-10 Košice, Herl’any, Slovakia.</a:t>
            </a:r>
          </a:p>
          <a:p>
            <a:r>
              <a:rPr lang="en-IN" sz="2800" dirty="0"/>
              <a:t>[2]	Lilia, L., Mohamed, T. L., Rachid, B. (2017). Discriminant Learning for Hybrid HMM/MLP Speech Recognition System using a Fuzzy Genetic Clustering, Intelligent Systems Conference 20177-8 | London, UK.</a:t>
            </a:r>
          </a:p>
        </p:txBody>
      </p:sp>
      <p:sp>
        <p:nvSpPr>
          <p:cNvPr id="4" name="Date Placeholder 3">
            <a:extLst>
              <a:ext uri="{FF2B5EF4-FFF2-40B4-BE49-F238E27FC236}">
                <a16:creationId xmlns:a16="http://schemas.microsoft.com/office/drawing/2014/main" id="{838F62A4-F0A1-4A0F-85CE-4FDFBF04B872}"/>
              </a:ext>
            </a:extLst>
          </p:cNvPr>
          <p:cNvSpPr>
            <a:spLocks noGrp="1"/>
          </p:cNvSpPr>
          <p:nvPr>
            <p:ph type="dt" sz="half" idx="10"/>
          </p:nvPr>
        </p:nvSpPr>
        <p:spPr/>
        <p:txBody>
          <a:bodyPr/>
          <a:lstStyle/>
          <a:p>
            <a:pPr>
              <a:defRPr/>
            </a:pPr>
            <a:fld id="{78316A80-626F-44E0-899A-00E9B39F3686}" type="datetime5">
              <a:rPr lang="en-US" smtClean="0"/>
              <a:pPr>
                <a:defRPr/>
              </a:pPr>
              <a:t>23-Oct-21</a:t>
            </a:fld>
            <a:endParaRPr lang="en-US"/>
          </a:p>
        </p:txBody>
      </p:sp>
      <p:sp>
        <p:nvSpPr>
          <p:cNvPr id="5" name="Footer Placeholder 4">
            <a:extLst>
              <a:ext uri="{FF2B5EF4-FFF2-40B4-BE49-F238E27FC236}">
                <a16:creationId xmlns:a16="http://schemas.microsoft.com/office/drawing/2014/main" id="{7D516268-796D-48B7-8059-27295E3DFAC5}"/>
              </a:ext>
            </a:extLst>
          </p:cNvPr>
          <p:cNvSpPr>
            <a:spLocks noGrp="1"/>
          </p:cNvSpPr>
          <p:nvPr>
            <p:ph type="ftr" sz="quarter" idx="11"/>
          </p:nvPr>
        </p:nvSpPr>
        <p:spPr/>
        <p:txBody>
          <a:bodyPr/>
          <a:lstStyle/>
          <a:p>
            <a:pPr>
              <a:defRPr/>
            </a:pPr>
            <a:r>
              <a:rPr lang="en-US"/>
              <a:t>Dept. of ECE, KITSW</a:t>
            </a:r>
          </a:p>
        </p:txBody>
      </p:sp>
      <p:sp>
        <p:nvSpPr>
          <p:cNvPr id="6" name="Slide Number Placeholder 5">
            <a:extLst>
              <a:ext uri="{FF2B5EF4-FFF2-40B4-BE49-F238E27FC236}">
                <a16:creationId xmlns:a16="http://schemas.microsoft.com/office/drawing/2014/main" id="{4A9AB05B-DC82-4834-9AB8-EAF508494E12}"/>
              </a:ext>
            </a:extLst>
          </p:cNvPr>
          <p:cNvSpPr>
            <a:spLocks noGrp="1"/>
          </p:cNvSpPr>
          <p:nvPr>
            <p:ph type="sldNum" sz="quarter" idx="12"/>
          </p:nvPr>
        </p:nvSpPr>
        <p:spPr/>
        <p:txBody>
          <a:bodyPr/>
          <a:lstStyle/>
          <a:p>
            <a:fld id="{4A487E67-E8C2-49CB-88D1-DD373182A9FB}" type="slidenum">
              <a:rPr lang="en-US" altLang="en-US" smtClean="0"/>
              <a:pPr/>
              <a:t>11</a:t>
            </a:fld>
            <a:endParaRPr lang="en-US" altLang="en-US"/>
          </a:p>
        </p:txBody>
      </p:sp>
    </p:spTree>
    <p:extLst>
      <p:ext uri="{BB962C8B-B14F-4D97-AF65-F5344CB8AC3E}">
        <p14:creationId xmlns:p14="http://schemas.microsoft.com/office/powerpoint/2010/main" val="3320953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124CF-8FD7-4E82-94E3-042B03B01140}"/>
              </a:ext>
            </a:extLst>
          </p:cNvPr>
          <p:cNvSpPr>
            <a:spLocks noGrp="1"/>
          </p:cNvSpPr>
          <p:nvPr>
            <p:ph type="title"/>
          </p:nvPr>
        </p:nvSpPr>
        <p:spPr>
          <a:xfrm>
            <a:off x="1600200" y="1981200"/>
            <a:ext cx="5867400" cy="1600200"/>
          </a:xfrm>
        </p:spPr>
        <p:style>
          <a:lnRef idx="1">
            <a:schemeClr val="dk1"/>
          </a:lnRef>
          <a:fillRef idx="1001">
            <a:schemeClr val="lt2"/>
          </a:fillRef>
          <a:effectRef idx="1">
            <a:schemeClr val="dk1"/>
          </a:effectRef>
          <a:fontRef idx="minor">
            <a:schemeClr val="dk1"/>
          </a:fontRef>
        </p:style>
        <p:txBody>
          <a:bodyPr rtlCol="0">
            <a:normAutofit/>
          </a:bodyPr>
          <a:lstStyle/>
          <a:p>
            <a:pPr fontAlgn="auto">
              <a:spcAft>
                <a:spcPts val="0"/>
              </a:spcAft>
              <a:defRPr/>
            </a:pPr>
            <a:r>
              <a:rPr lang="en-US" sz="5400" b="1" dirty="0">
                <a:latin typeface="Times New Roman" pitchFamily="18" charset="0"/>
                <a:cs typeface="Times New Roman"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570</TotalTime>
  <Words>839</Words>
  <Application>Microsoft Office PowerPoint</Application>
  <PresentationFormat>On-screen Show (4:3)</PresentationFormat>
  <Paragraphs>132</Paragraphs>
  <Slides>12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KAKATIYA INSTITUTE OF TECHNOLOGY&amp; SCIENCE  (An Autonomous Institute under Kakatiya University, Warangal) Opp: Yerragattu Gutta, Hasanparthy (M), Warangal-506015, Telangana (INDIA)</vt:lpstr>
      <vt:lpstr>CONTENTS</vt:lpstr>
      <vt:lpstr> ABSTRACT </vt:lpstr>
      <vt:lpstr>OVERVIEW &amp; BACKGROUND </vt:lpstr>
      <vt:lpstr>KEY TERMS  </vt:lpstr>
      <vt:lpstr>OBJECTIVE </vt:lpstr>
      <vt:lpstr>BLOCK DIAGRAM </vt:lpstr>
      <vt:lpstr>APPLICATIONS </vt:lpstr>
      <vt:lpstr>ADVANTAGES AND DISADVANTAGES </vt:lpstr>
      <vt:lpstr>CONCLUSION </vt:lpstr>
      <vt:lpstr>REFERENCES</vt:lpstr>
      <vt:lpstr>THANK YOU</vt:lpstr>
    </vt:vector>
  </TitlesOfParts>
  <Company>KITS-WGL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KAKATIYA INSTITUTE OF SCIENCE &amp; TECHNOLOGY</dc:title>
  <dc:creator>DCLAB-02</dc:creator>
  <cp:lastModifiedBy>Akash Reddy</cp:lastModifiedBy>
  <cp:revision>54</cp:revision>
  <dcterms:created xsi:type="dcterms:W3CDTF">2018-07-28T06:45:43Z</dcterms:created>
  <dcterms:modified xsi:type="dcterms:W3CDTF">2021-10-23T07:01:16Z</dcterms:modified>
</cp:coreProperties>
</file>